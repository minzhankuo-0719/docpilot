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4939" y="166115"/>
            <a:ext cx="32105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7609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609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609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" y="6528576"/>
            <a:ext cx="1003963" cy="2722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14455" y="6650270"/>
            <a:ext cx="6686550" cy="5715"/>
          </a:xfrm>
          <a:custGeom>
            <a:avLst/>
            <a:gdLst/>
            <a:ahLst/>
            <a:cxnLst/>
            <a:rect l="l" t="t" r="r" b="b"/>
            <a:pathLst>
              <a:path w="6686550" h="5715">
                <a:moveTo>
                  <a:pt x="0" y="0"/>
                </a:moveTo>
                <a:lnTo>
                  <a:pt x="6686551" y="5474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628561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3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50998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4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676461" y="6650269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 h="0">
                <a:moveTo>
                  <a:pt x="0" y="1"/>
                </a:moveTo>
                <a:lnTo>
                  <a:pt x="467543" y="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609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399" y="6528576"/>
            <a:ext cx="1003963" cy="2722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14455" y="6650270"/>
            <a:ext cx="6686550" cy="5715"/>
          </a:xfrm>
          <a:custGeom>
            <a:avLst/>
            <a:gdLst/>
            <a:ahLst/>
            <a:cxnLst/>
            <a:rect l="l" t="t" r="r" b="b"/>
            <a:pathLst>
              <a:path w="6686550" h="5715">
                <a:moveTo>
                  <a:pt x="0" y="0"/>
                </a:moveTo>
                <a:lnTo>
                  <a:pt x="6686551" y="5474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628561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3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50998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4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676461" y="6650269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 h="0">
                <a:moveTo>
                  <a:pt x="0" y="1"/>
                </a:moveTo>
                <a:lnTo>
                  <a:pt x="467543" y="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52400" y="7620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52400" y="79375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939" y="166115"/>
            <a:ext cx="889381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7609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72863" y="3178555"/>
            <a:ext cx="4766309" cy="1948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90467" y="6516702"/>
            <a:ext cx="290727" cy="236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4.png"/><Relationship Id="rId24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jpg"/><Relationship Id="rId4" Type="http://schemas.openxmlformats.org/officeDocument/2006/relationships/image" Target="../media/image2.png"/><Relationship Id="rId5" Type="http://schemas.openxmlformats.org/officeDocument/2006/relationships/image" Target="../media/image51.pn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jpg"/><Relationship Id="rId4" Type="http://schemas.openxmlformats.org/officeDocument/2006/relationships/image" Target="../media/image2.png"/><Relationship Id="rId5" Type="http://schemas.openxmlformats.org/officeDocument/2006/relationships/image" Target="../media/image51.pn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37.png"/><Relationship Id="rId6" Type="http://schemas.openxmlformats.org/officeDocument/2006/relationships/image" Target="../media/image42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63.png"/><Relationship Id="rId4" Type="http://schemas.openxmlformats.org/officeDocument/2006/relationships/image" Target="../media/image58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59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69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57.jp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2.png"/><Relationship Id="rId12" Type="http://schemas.openxmlformats.org/officeDocument/2006/relationships/image" Target="../media/image8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1.png"/><Relationship Id="rId10" Type="http://schemas.openxmlformats.org/officeDocument/2006/relationships/image" Target="../media/image9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8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96.png"/><Relationship Id="rId4" Type="http://schemas.openxmlformats.org/officeDocument/2006/relationships/image" Target="../media/image59.png"/><Relationship Id="rId5" Type="http://schemas.openxmlformats.org/officeDocument/2006/relationships/image" Target="../media/image86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jp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93.png"/><Relationship Id="rId17" Type="http://schemas.openxmlformats.org/officeDocument/2006/relationships/image" Target="../media/image114.png"/><Relationship Id="rId18" Type="http://schemas.openxmlformats.org/officeDocument/2006/relationships/image" Target="../media/image11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g"/><Relationship Id="rId3" Type="http://schemas.openxmlformats.org/officeDocument/2006/relationships/image" Target="../media/image12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" y="6528576"/>
            <a:ext cx="1003963" cy="27228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314455" y="6650270"/>
            <a:ext cx="6686550" cy="5715"/>
          </a:xfrm>
          <a:custGeom>
            <a:avLst/>
            <a:gdLst/>
            <a:ahLst/>
            <a:cxnLst/>
            <a:rect l="l" t="t" r="r" b="b"/>
            <a:pathLst>
              <a:path w="6686550" h="5715">
                <a:moveTo>
                  <a:pt x="0" y="0"/>
                </a:moveTo>
                <a:lnTo>
                  <a:pt x="6686551" y="5474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628561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3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950998" y="6539590"/>
            <a:ext cx="101600" cy="231775"/>
          </a:xfrm>
          <a:custGeom>
            <a:avLst/>
            <a:gdLst/>
            <a:ahLst/>
            <a:cxnLst/>
            <a:rect l="l" t="t" r="r" b="b"/>
            <a:pathLst>
              <a:path w="101600" h="231775">
                <a:moveTo>
                  <a:pt x="101344" y="0"/>
                </a:moveTo>
                <a:lnTo>
                  <a:pt x="0" y="23161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676461" y="6650269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 h="0">
                <a:moveTo>
                  <a:pt x="0" y="1"/>
                </a:moveTo>
                <a:lnTo>
                  <a:pt x="467543" y="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46137" y="2686812"/>
            <a:ext cx="7452359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dirty="0"/>
              <a:t>Transformer:</a:t>
            </a:r>
            <a:r>
              <a:rPr dirty="0" spc="-50"/>
              <a:t> </a:t>
            </a:r>
            <a:r>
              <a:rPr dirty="0"/>
              <a:t>Attention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all</a:t>
            </a:r>
            <a:r>
              <a:rPr dirty="0" spc="-50"/>
              <a:t> </a:t>
            </a:r>
            <a:r>
              <a:rPr dirty="0"/>
              <a:t>you</a:t>
            </a:r>
            <a:r>
              <a:rPr dirty="0" spc="-55"/>
              <a:t> </a:t>
            </a:r>
            <a:r>
              <a:rPr dirty="0" spc="-20"/>
              <a:t>need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Vaswani,</a:t>
            </a:r>
            <a:r>
              <a:rPr dirty="0" sz="1200" spc="-35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Ashish,</a:t>
            </a:r>
            <a:r>
              <a:rPr dirty="0" sz="1200" spc="-35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et</a:t>
            </a:r>
            <a:r>
              <a:rPr dirty="0" sz="1200" spc="-30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al.</a:t>
            </a:r>
            <a:r>
              <a:rPr dirty="0" sz="1200" spc="-30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"Attention</a:t>
            </a:r>
            <a:r>
              <a:rPr dirty="0" sz="1200" spc="-35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is</a:t>
            </a:r>
            <a:r>
              <a:rPr dirty="0" sz="1200" spc="-30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all</a:t>
            </a:r>
            <a:r>
              <a:rPr dirty="0" sz="1200" spc="-35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you</a:t>
            </a:r>
            <a:r>
              <a:rPr dirty="0" sz="1200" spc="-30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need."</a:t>
            </a:r>
            <a:r>
              <a:rPr dirty="0" sz="1200" spc="-30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Advances</a:t>
            </a:r>
            <a:r>
              <a:rPr dirty="0" sz="1200" spc="-30" b="0" i="1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in</a:t>
            </a:r>
            <a:r>
              <a:rPr dirty="0" sz="1200" spc="-40" b="0" i="1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neural</a:t>
            </a:r>
            <a:r>
              <a:rPr dirty="0" sz="1200" spc="-25" b="0" i="1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information</a:t>
            </a:r>
            <a:r>
              <a:rPr dirty="0" sz="1200" spc="-40" b="0" i="1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processing</a:t>
            </a:r>
            <a:r>
              <a:rPr dirty="0" sz="1200" spc="-35" b="0" i="1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b="0" i="1">
                <a:solidFill>
                  <a:srgbClr val="7F7F7F"/>
                </a:solidFill>
                <a:latin typeface="Trebuchet MS"/>
                <a:cs typeface="Trebuchet MS"/>
              </a:rPr>
              <a:t>systems</a:t>
            </a:r>
            <a:r>
              <a:rPr dirty="0" sz="1200" b="0">
                <a:solidFill>
                  <a:srgbClr val="7F7F7F"/>
                </a:solidFill>
                <a:latin typeface="Trebuchet MS"/>
                <a:cs typeface="Trebuchet MS"/>
              </a:rPr>
              <a:t>.</a:t>
            </a:r>
            <a:r>
              <a:rPr dirty="0" sz="1200" spc="-35" b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dirty="0" sz="1200" spc="-10" b="0">
                <a:solidFill>
                  <a:srgbClr val="7F7F7F"/>
                </a:solidFill>
                <a:latin typeface="Trebuchet MS"/>
                <a:cs typeface="Trebuchet MS"/>
              </a:rPr>
              <a:t>2017.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3435350" y="4589779"/>
            <a:ext cx="2273300" cy="915669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2400">
                <a:latin typeface="Trebuchet MS"/>
                <a:cs typeface="Trebuchet MS"/>
              </a:rPr>
              <a:t>2019.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05.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30.</a:t>
            </a: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2400" spc="-10">
                <a:latin typeface="Trebuchet MS"/>
                <a:cs typeface="Trebuchet MS"/>
              </a:rPr>
              <a:t>Jeong-</a:t>
            </a:r>
            <a:r>
              <a:rPr dirty="0" sz="2400">
                <a:latin typeface="Trebuchet MS"/>
                <a:cs typeface="Trebuchet MS"/>
              </a:rPr>
              <a:t>Gwan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Lee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contents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54941" y="794511"/>
            <a:ext cx="6869430" cy="508190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 spc="-10">
                <a:latin typeface="Trebuchet MS"/>
                <a:cs typeface="Trebuchet MS"/>
              </a:rPr>
              <a:t>RNN-</a:t>
            </a:r>
            <a:r>
              <a:rPr dirty="0" sz="2000">
                <a:latin typeface="Trebuchet MS"/>
                <a:cs typeface="Trebuchet MS"/>
              </a:rPr>
              <a:t>based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Encoder-</a:t>
            </a:r>
            <a:r>
              <a:rPr dirty="0" sz="2000">
                <a:latin typeface="Trebuchet MS"/>
                <a:cs typeface="Trebuchet MS"/>
              </a:rPr>
              <a:t>Decoder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model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RNN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Encoder-</a:t>
            </a:r>
            <a:r>
              <a:rPr dirty="0" sz="1600">
                <a:latin typeface="Trebuchet MS"/>
                <a:cs typeface="Trebuchet MS"/>
              </a:rPr>
              <a:t>Decoder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model</a:t>
            </a:r>
            <a:endParaRPr sz="16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384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Attention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mechanism</a:t>
            </a:r>
            <a:endParaRPr sz="16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38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Limitation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of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RNN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65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 spc="-10">
                <a:latin typeface="Trebuchet MS"/>
                <a:cs typeface="Trebuchet MS"/>
              </a:rPr>
              <a:t>Transformer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Encoder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Part</a:t>
            </a:r>
            <a:endParaRPr sz="1600">
              <a:latin typeface="Trebuchet MS"/>
              <a:cs typeface="Trebuchet MS"/>
            </a:endParaRPr>
          </a:p>
          <a:p>
            <a:pPr lvl="2" marL="1156335" indent="-229235">
              <a:lnSpc>
                <a:spcPct val="100000"/>
              </a:lnSpc>
              <a:spcBef>
                <a:spcPts val="385"/>
              </a:spcBef>
              <a:buChar char="•"/>
              <a:tabLst>
                <a:tab pos="1156335" algn="l"/>
              </a:tabLst>
            </a:pPr>
            <a:r>
              <a:rPr dirty="0" sz="1600">
                <a:latin typeface="Trebuchet MS"/>
                <a:cs typeface="Trebuchet MS"/>
              </a:rPr>
              <a:t>Embedding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Positional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Encoding</a:t>
            </a:r>
            <a:endParaRPr sz="1600">
              <a:latin typeface="Trebuchet MS"/>
              <a:cs typeface="Trebuchet MS"/>
            </a:endParaRPr>
          </a:p>
          <a:p>
            <a:pPr lvl="2" marL="1156335" indent="-229235">
              <a:lnSpc>
                <a:spcPct val="100000"/>
              </a:lnSpc>
              <a:spcBef>
                <a:spcPts val="385"/>
              </a:spcBef>
              <a:buChar char="•"/>
              <a:tabLst>
                <a:tab pos="1156335" algn="l"/>
              </a:tabLst>
            </a:pPr>
            <a:r>
              <a:rPr dirty="0" sz="1600">
                <a:latin typeface="Trebuchet MS"/>
                <a:cs typeface="Trebuchet MS"/>
              </a:rPr>
              <a:t>Scaled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Dot-</a:t>
            </a:r>
            <a:r>
              <a:rPr dirty="0" sz="1600">
                <a:latin typeface="Trebuchet MS"/>
                <a:cs typeface="Trebuchet MS"/>
              </a:rPr>
              <a:t>Product</a:t>
            </a:r>
            <a:r>
              <a:rPr dirty="0" sz="1600" spc="-10">
                <a:latin typeface="Trebuchet MS"/>
                <a:cs typeface="Trebuchet MS"/>
              </a:rPr>
              <a:t> Self-</a:t>
            </a:r>
            <a:r>
              <a:rPr dirty="0" sz="1600">
                <a:latin typeface="Trebuchet MS"/>
                <a:cs typeface="Trebuchet MS"/>
              </a:rPr>
              <a:t>Attention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Multi-</a:t>
            </a:r>
            <a:r>
              <a:rPr dirty="0" sz="1600">
                <a:latin typeface="Trebuchet MS"/>
                <a:cs typeface="Trebuchet MS"/>
              </a:rPr>
              <a:t>Head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Self-Attention</a:t>
            </a:r>
            <a:endParaRPr sz="1600">
              <a:latin typeface="Trebuchet MS"/>
              <a:cs typeface="Trebuchet MS"/>
            </a:endParaRPr>
          </a:p>
          <a:p>
            <a:pPr lvl="2" marL="1156335" indent="-229235">
              <a:lnSpc>
                <a:spcPct val="100000"/>
              </a:lnSpc>
              <a:spcBef>
                <a:spcPts val="384"/>
              </a:spcBef>
              <a:buChar char="•"/>
              <a:tabLst>
                <a:tab pos="1156335" algn="l"/>
              </a:tabLst>
            </a:pPr>
            <a:r>
              <a:rPr dirty="0" sz="1600" spc="-10">
                <a:latin typeface="Trebuchet MS"/>
                <a:cs typeface="Trebuchet MS"/>
              </a:rPr>
              <a:t>Position-</a:t>
            </a:r>
            <a:r>
              <a:rPr dirty="0" sz="1600">
                <a:latin typeface="Trebuchet MS"/>
                <a:cs typeface="Trebuchet MS"/>
              </a:rPr>
              <a:t>wise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Feed-</a:t>
            </a:r>
            <a:r>
              <a:rPr dirty="0" sz="1600">
                <a:latin typeface="Trebuchet MS"/>
                <a:cs typeface="Trebuchet MS"/>
              </a:rPr>
              <a:t>Forward </a:t>
            </a:r>
            <a:r>
              <a:rPr dirty="0" sz="1600" spc="-10">
                <a:latin typeface="Trebuchet MS"/>
                <a:cs typeface="Trebuchet MS"/>
              </a:rPr>
              <a:t>Networks</a:t>
            </a:r>
            <a:endParaRPr sz="16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38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Decoder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Part</a:t>
            </a:r>
            <a:endParaRPr sz="1600">
              <a:latin typeface="Trebuchet MS"/>
              <a:cs typeface="Trebuchet MS"/>
            </a:endParaRPr>
          </a:p>
          <a:p>
            <a:pPr lvl="2" marL="1156335" indent="-229235">
              <a:lnSpc>
                <a:spcPct val="100000"/>
              </a:lnSpc>
              <a:spcBef>
                <a:spcPts val="385"/>
              </a:spcBef>
              <a:buChar char="•"/>
              <a:tabLst>
                <a:tab pos="1156335" algn="l"/>
              </a:tabLst>
            </a:pPr>
            <a:r>
              <a:rPr dirty="0" sz="1600">
                <a:latin typeface="Trebuchet MS"/>
                <a:cs typeface="Trebuchet MS"/>
              </a:rPr>
              <a:t>Masked </a:t>
            </a:r>
            <a:r>
              <a:rPr dirty="0" sz="1600" spc="-10">
                <a:latin typeface="Trebuchet MS"/>
                <a:cs typeface="Trebuchet MS"/>
              </a:rPr>
              <a:t>Self-Attention</a:t>
            </a:r>
            <a:endParaRPr sz="1600">
              <a:latin typeface="Trebuchet MS"/>
              <a:cs typeface="Trebuchet MS"/>
            </a:endParaRPr>
          </a:p>
          <a:p>
            <a:pPr lvl="2" marL="1156335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6335" algn="l"/>
              </a:tabLst>
            </a:pPr>
            <a:r>
              <a:rPr dirty="0" sz="1600" spc="-10">
                <a:latin typeface="Trebuchet MS"/>
                <a:cs typeface="Trebuchet MS"/>
              </a:rPr>
              <a:t>Encoder-</a:t>
            </a:r>
            <a:r>
              <a:rPr dirty="0" sz="1600">
                <a:latin typeface="Trebuchet MS"/>
                <a:cs typeface="Trebuchet MS"/>
              </a:rPr>
              <a:t>Decoder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Attention</a:t>
            </a:r>
            <a:endParaRPr sz="16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36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Output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Part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Inference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Visualization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Why </a:t>
            </a:r>
            <a:r>
              <a:rPr dirty="0" sz="2000" spc="-10">
                <a:latin typeface="Trebuchet MS"/>
                <a:cs typeface="Trebuchet MS"/>
              </a:rPr>
              <a:t>Self-Attention?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Training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&amp;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Results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 spc="-10">
                <a:latin typeface="Trebuchet MS"/>
                <a:cs typeface="Trebuchet MS"/>
              </a:rPr>
              <a:t>Appendix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8640" y="1303954"/>
            <a:ext cx="7968615" cy="3329940"/>
          </a:xfrm>
          <a:custGeom>
            <a:avLst/>
            <a:gdLst/>
            <a:ahLst/>
            <a:cxnLst/>
            <a:rect l="l" t="t" r="r" b="b"/>
            <a:pathLst>
              <a:path w="7968615" h="3329940">
                <a:moveTo>
                  <a:pt x="0" y="554967"/>
                </a:moveTo>
                <a:lnTo>
                  <a:pt x="2037" y="507083"/>
                </a:lnTo>
                <a:lnTo>
                  <a:pt x="8037" y="460329"/>
                </a:lnTo>
                <a:lnTo>
                  <a:pt x="17833" y="414873"/>
                </a:lnTo>
                <a:lnTo>
                  <a:pt x="31260" y="370881"/>
                </a:lnTo>
                <a:lnTo>
                  <a:pt x="48150" y="328521"/>
                </a:lnTo>
                <a:lnTo>
                  <a:pt x="68336" y="287957"/>
                </a:lnTo>
                <a:lnTo>
                  <a:pt x="91653" y="249358"/>
                </a:lnTo>
                <a:lnTo>
                  <a:pt x="117933" y="212889"/>
                </a:lnTo>
                <a:lnTo>
                  <a:pt x="147010" y="178718"/>
                </a:lnTo>
                <a:lnTo>
                  <a:pt x="178718" y="147010"/>
                </a:lnTo>
                <a:lnTo>
                  <a:pt x="212889" y="117933"/>
                </a:lnTo>
                <a:lnTo>
                  <a:pt x="249358" y="91653"/>
                </a:lnTo>
                <a:lnTo>
                  <a:pt x="287957" y="68336"/>
                </a:lnTo>
                <a:lnTo>
                  <a:pt x="328520" y="48150"/>
                </a:lnTo>
                <a:lnTo>
                  <a:pt x="370881" y="31260"/>
                </a:lnTo>
                <a:lnTo>
                  <a:pt x="414873" y="17833"/>
                </a:lnTo>
                <a:lnTo>
                  <a:pt x="460329" y="8037"/>
                </a:lnTo>
                <a:lnTo>
                  <a:pt x="507082" y="2037"/>
                </a:lnTo>
                <a:lnTo>
                  <a:pt x="554967" y="0"/>
                </a:lnTo>
                <a:lnTo>
                  <a:pt x="7413350" y="0"/>
                </a:lnTo>
                <a:lnTo>
                  <a:pt x="7461234" y="2037"/>
                </a:lnTo>
                <a:lnTo>
                  <a:pt x="7507988" y="8037"/>
                </a:lnTo>
                <a:lnTo>
                  <a:pt x="7553444" y="17833"/>
                </a:lnTo>
                <a:lnTo>
                  <a:pt x="7597435" y="31260"/>
                </a:lnTo>
                <a:lnTo>
                  <a:pt x="7639796" y="48150"/>
                </a:lnTo>
                <a:lnTo>
                  <a:pt x="7680360" y="68336"/>
                </a:lnTo>
                <a:lnTo>
                  <a:pt x="7718959" y="91653"/>
                </a:lnTo>
                <a:lnTo>
                  <a:pt x="7755427" y="117933"/>
                </a:lnTo>
                <a:lnTo>
                  <a:pt x="7789599" y="147010"/>
                </a:lnTo>
                <a:lnTo>
                  <a:pt x="7821307" y="178718"/>
                </a:lnTo>
                <a:lnTo>
                  <a:pt x="7850384" y="212889"/>
                </a:lnTo>
                <a:lnTo>
                  <a:pt x="7876664" y="249358"/>
                </a:lnTo>
                <a:lnTo>
                  <a:pt x="7899981" y="287957"/>
                </a:lnTo>
                <a:lnTo>
                  <a:pt x="7920167" y="328521"/>
                </a:lnTo>
                <a:lnTo>
                  <a:pt x="7937057" y="370881"/>
                </a:lnTo>
                <a:lnTo>
                  <a:pt x="7950484" y="414873"/>
                </a:lnTo>
                <a:lnTo>
                  <a:pt x="7960280" y="460329"/>
                </a:lnTo>
                <a:lnTo>
                  <a:pt x="7966281" y="507083"/>
                </a:lnTo>
                <a:lnTo>
                  <a:pt x="7968318" y="554967"/>
                </a:lnTo>
                <a:lnTo>
                  <a:pt x="7968318" y="2774761"/>
                </a:lnTo>
                <a:lnTo>
                  <a:pt x="7966281" y="2822645"/>
                </a:lnTo>
                <a:lnTo>
                  <a:pt x="7960280" y="2869399"/>
                </a:lnTo>
                <a:lnTo>
                  <a:pt x="7950484" y="2914855"/>
                </a:lnTo>
                <a:lnTo>
                  <a:pt x="7937057" y="2958846"/>
                </a:lnTo>
                <a:lnTo>
                  <a:pt x="7920167" y="3001207"/>
                </a:lnTo>
                <a:lnTo>
                  <a:pt x="7899981" y="3041770"/>
                </a:lnTo>
                <a:lnTo>
                  <a:pt x="7876664" y="3080370"/>
                </a:lnTo>
                <a:lnTo>
                  <a:pt x="7850384" y="3116838"/>
                </a:lnTo>
                <a:lnTo>
                  <a:pt x="7821307" y="3151010"/>
                </a:lnTo>
                <a:lnTo>
                  <a:pt x="7789599" y="3182717"/>
                </a:lnTo>
                <a:lnTo>
                  <a:pt x="7755427" y="3211795"/>
                </a:lnTo>
                <a:lnTo>
                  <a:pt x="7718959" y="3238075"/>
                </a:lnTo>
                <a:lnTo>
                  <a:pt x="7680360" y="3261392"/>
                </a:lnTo>
                <a:lnTo>
                  <a:pt x="7639796" y="3281578"/>
                </a:lnTo>
                <a:lnTo>
                  <a:pt x="7597435" y="3298468"/>
                </a:lnTo>
                <a:lnTo>
                  <a:pt x="7553444" y="3311895"/>
                </a:lnTo>
                <a:lnTo>
                  <a:pt x="7507988" y="3321691"/>
                </a:lnTo>
                <a:lnTo>
                  <a:pt x="7461234" y="3327691"/>
                </a:lnTo>
                <a:lnTo>
                  <a:pt x="7413350" y="3329729"/>
                </a:lnTo>
                <a:lnTo>
                  <a:pt x="554967" y="3329729"/>
                </a:lnTo>
                <a:lnTo>
                  <a:pt x="507082" y="3327691"/>
                </a:lnTo>
                <a:lnTo>
                  <a:pt x="460329" y="3321691"/>
                </a:lnTo>
                <a:lnTo>
                  <a:pt x="414873" y="3311895"/>
                </a:lnTo>
                <a:lnTo>
                  <a:pt x="370881" y="3298468"/>
                </a:lnTo>
                <a:lnTo>
                  <a:pt x="328520" y="3281578"/>
                </a:lnTo>
                <a:lnTo>
                  <a:pt x="287957" y="3261392"/>
                </a:lnTo>
                <a:lnTo>
                  <a:pt x="249358" y="3238075"/>
                </a:lnTo>
                <a:lnTo>
                  <a:pt x="212889" y="3211795"/>
                </a:lnTo>
                <a:lnTo>
                  <a:pt x="178718" y="3182717"/>
                </a:lnTo>
                <a:lnTo>
                  <a:pt x="147010" y="3151010"/>
                </a:lnTo>
                <a:lnTo>
                  <a:pt x="117933" y="3116838"/>
                </a:lnTo>
                <a:lnTo>
                  <a:pt x="91653" y="3080370"/>
                </a:lnTo>
                <a:lnTo>
                  <a:pt x="68336" y="3041770"/>
                </a:lnTo>
                <a:lnTo>
                  <a:pt x="48150" y="3001207"/>
                </a:lnTo>
                <a:lnTo>
                  <a:pt x="31260" y="2958846"/>
                </a:lnTo>
                <a:lnTo>
                  <a:pt x="17833" y="2914855"/>
                </a:lnTo>
                <a:lnTo>
                  <a:pt x="8037" y="2869399"/>
                </a:lnTo>
                <a:lnTo>
                  <a:pt x="2037" y="2822645"/>
                </a:lnTo>
                <a:lnTo>
                  <a:pt x="0" y="2774761"/>
                </a:lnTo>
                <a:lnTo>
                  <a:pt x="0" y="55496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696193" y="2858515"/>
            <a:ext cx="36722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Machine</a:t>
            </a:r>
            <a:r>
              <a:rPr dirty="0" sz="2400" spc="-1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Translation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939" y="166115"/>
            <a:ext cx="55530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dirty="0" spc="-80"/>
              <a:t> </a:t>
            </a:r>
            <a:r>
              <a:rPr dirty="0"/>
              <a:t>Translation</a:t>
            </a:r>
            <a:r>
              <a:rPr dirty="0" spc="-75"/>
              <a:t> </a:t>
            </a:r>
            <a:r>
              <a:rPr dirty="0" spc="-10"/>
              <a:t>problem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330" y="4803487"/>
            <a:ext cx="1524402" cy="22527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3761" y="834949"/>
            <a:ext cx="691507" cy="21977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160195" y="858472"/>
            <a:ext cx="5645785" cy="4046220"/>
            <a:chOff x="2160195" y="858472"/>
            <a:chExt cx="5645785" cy="404622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1323" y="858472"/>
              <a:ext cx="1554366" cy="22527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160195" y="4624541"/>
              <a:ext cx="76200" cy="280035"/>
            </a:xfrm>
            <a:custGeom>
              <a:avLst/>
              <a:gdLst/>
              <a:ahLst/>
              <a:cxnLst/>
              <a:rect l="l" t="t" r="r" b="b"/>
              <a:pathLst>
                <a:path w="76200" h="280035">
                  <a:moveTo>
                    <a:pt x="42974" y="63540"/>
                  </a:moveTo>
                  <a:lnTo>
                    <a:pt x="33449" y="63540"/>
                  </a:lnTo>
                  <a:lnTo>
                    <a:pt x="31504" y="279763"/>
                  </a:lnTo>
                  <a:lnTo>
                    <a:pt x="41028" y="279763"/>
                  </a:lnTo>
                  <a:lnTo>
                    <a:pt x="42857" y="76539"/>
                  </a:lnTo>
                  <a:lnTo>
                    <a:pt x="42974" y="63540"/>
                  </a:lnTo>
                  <a:close/>
                </a:path>
                <a:path w="76200" h="280035">
                  <a:moveTo>
                    <a:pt x="38784" y="0"/>
                  </a:moveTo>
                  <a:lnTo>
                    <a:pt x="0" y="75853"/>
                  </a:lnTo>
                  <a:lnTo>
                    <a:pt x="76196" y="76539"/>
                  </a:lnTo>
                  <a:lnTo>
                    <a:pt x="76049" y="76239"/>
                  </a:lnTo>
                  <a:lnTo>
                    <a:pt x="33335" y="76239"/>
                  </a:lnTo>
                  <a:lnTo>
                    <a:pt x="33449" y="63540"/>
                  </a:lnTo>
                  <a:lnTo>
                    <a:pt x="69842" y="63540"/>
                  </a:lnTo>
                  <a:lnTo>
                    <a:pt x="38784" y="0"/>
                  </a:lnTo>
                  <a:close/>
                </a:path>
                <a:path w="76200" h="280035">
                  <a:moveTo>
                    <a:pt x="69842" y="63540"/>
                  </a:moveTo>
                  <a:lnTo>
                    <a:pt x="42974" y="63540"/>
                  </a:lnTo>
                  <a:lnTo>
                    <a:pt x="42859" y="76239"/>
                  </a:lnTo>
                  <a:lnTo>
                    <a:pt x="76049" y="76239"/>
                  </a:lnTo>
                  <a:lnTo>
                    <a:pt x="69842" y="63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2579" y="1113777"/>
              <a:ext cx="76200" cy="19017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909370" y="871219"/>
            <a:ext cx="1181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Output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sequence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0335">
              <a:lnSpc>
                <a:spcPts val="164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2" name="object 12" descr=""/>
          <p:cNvSpPr txBox="1"/>
          <p:nvPr/>
        </p:nvSpPr>
        <p:spPr>
          <a:xfrm>
            <a:off x="1046981" y="4800092"/>
            <a:ext cx="2091689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Input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sequence</a:t>
            </a:r>
            <a:endParaRPr sz="1200">
              <a:latin typeface="Trebuchet MS"/>
              <a:cs typeface="Trebuchet MS"/>
            </a:endParaRPr>
          </a:p>
          <a:p>
            <a:pPr marL="325755">
              <a:lnSpc>
                <a:spcPct val="100000"/>
              </a:lnSpc>
              <a:spcBef>
                <a:spcPts val="1320"/>
              </a:spcBef>
            </a:pPr>
            <a:r>
              <a:rPr dirty="0" sz="1800">
                <a:latin typeface="Malgun Gothic"/>
                <a:cs typeface="Malgun Gothic"/>
              </a:rPr>
              <a:t>나는</a:t>
            </a:r>
            <a:r>
              <a:rPr dirty="0" sz="1800" spc="-10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소년입니다</a:t>
            </a:r>
            <a:r>
              <a:rPr dirty="0" sz="1800" spc="-1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50304" y="356107"/>
            <a:ext cx="1144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I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am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boy.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872992" y="1306438"/>
            <a:ext cx="3656965" cy="3340100"/>
            <a:chOff x="4872992" y="1306438"/>
            <a:chExt cx="3656965" cy="3340100"/>
          </a:xfrm>
        </p:grpSpPr>
        <p:sp>
          <p:nvSpPr>
            <p:cNvPr id="3" name="object 3" descr=""/>
            <p:cNvSpPr/>
            <p:nvPr/>
          </p:nvSpPr>
          <p:spPr>
            <a:xfrm>
              <a:off x="4885692" y="1319138"/>
              <a:ext cx="3631565" cy="3314700"/>
            </a:xfrm>
            <a:custGeom>
              <a:avLst/>
              <a:gdLst/>
              <a:ahLst/>
              <a:cxnLst/>
              <a:rect l="l" t="t" r="r" b="b"/>
              <a:pathLst>
                <a:path w="3631565" h="3314700">
                  <a:moveTo>
                    <a:pt x="3078830" y="0"/>
                  </a:moveTo>
                  <a:lnTo>
                    <a:pt x="552433" y="0"/>
                  </a:lnTo>
                  <a:lnTo>
                    <a:pt x="504767" y="2027"/>
                  </a:lnTo>
                  <a:lnTo>
                    <a:pt x="458227" y="8000"/>
                  </a:lnTo>
                  <a:lnTo>
                    <a:pt x="412978" y="17752"/>
                  </a:lnTo>
                  <a:lnTo>
                    <a:pt x="369188" y="31117"/>
                  </a:lnTo>
                  <a:lnTo>
                    <a:pt x="327020" y="47930"/>
                  </a:lnTo>
                  <a:lnTo>
                    <a:pt x="286642" y="68024"/>
                  </a:lnTo>
                  <a:lnTo>
                    <a:pt x="248219" y="91235"/>
                  </a:lnTo>
                  <a:lnTo>
                    <a:pt x="211917" y="117395"/>
                  </a:lnTo>
                  <a:lnTo>
                    <a:pt x="177902" y="146339"/>
                  </a:lnTo>
                  <a:lnTo>
                    <a:pt x="146339" y="177902"/>
                  </a:lnTo>
                  <a:lnTo>
                    <a:pt x="117394" y="211918"/>
                  </a:lnTo>
                  <a:lnTo>
                    <a:pt x="91234" y="248220"/>
                  </a:lnTo>
                  <a:lnTo>
                    <a:pt x="68024" y="286643"/>
                  </a:lnTo>
                  <a:lnTo>
                    <a:pt x="47930" y="327021"/>
                  </a:lnTo>
                  <a:lnTo>
                    <a:pt x="31117" y="369188"/>
                  </a:lnTo>
                  <a:lnTo>
                    <a:pt x="17752" y="412979"/>
                  </a:lnTo>
                  <a:lnTo>
                    <a:pt x="8000" y="458227"/>
                  </a:lnTo>
                  <a:lnTo>
                    <a:pt x="2027" y="504767"/>
                  </a:lnTo>
                  <a:lnTo>
                    <a:pt x="0" y="552433"/>
                  </a:lnTo>
                  <a:lnTo>
                    <a:pt x="0" y="2762109"/>
                  </a:lnTo>
                  <a:lnTo>
                    <a:pt x="2027" y="2809775"/>
                  </a:lnTo>
                  <a:lnTo>
                    <a:pt x="8000" y="2856315"/>
                  </a:lnTo>
                  <a:lnTo>
                    <a:pt x="17752" y="2901563"/>
                  </a:lnTo>
                  <a:lnTo>
                    <a:pt x="31117" y="2945354"/>
                  </a:lnTo>
                  <a:lnTo>
                    <a:pt x="47930" y="2987521"/>
                  </a:lnTo>
                  <a:lnTo>
                    <a:pt x="68024" y="3027899"/>
                  </a:lnTo>
                  <a:lnTo>
                    <a:pt x="91234" y="3066322"/>
                  </a:lnTo>
                  <a:lnTo>
                    <a:pt x="117394" y="3102624"/>
                  </a:lnTo>
                  <a:lnTo>
                    <a:pt x="146339" y="3136640"/>
                  </a:lnTo>
                  <a:lnTo>
                    <a:pt x="177902" y="3168203"/>
                  </a:lnTo>
                  <a:lnTo>
                    <a:pt x="211917" y="3197147"/>
                  </a:lnTo>
                  <a:lnTo>
                    <a:pt x="248219" y="3223307"/>
                  </a:lnTo>
                  <a:lnTo>
                    <a:pt x="286642" y="3246517"/>
                  </a:lnTo>
                  <a:lnTo>
                    <a:pt x="327020" y="3266612"/>
                  </a:lnTo>
                  <a:lnTo>
                    <a:pt x="369188" y="3283424"/>
                  </a:lnTo>
                  <a:lnTo>
                    <a:pt x="412978" y="3296790"/>
                  </a:lnTo>
                  <a:lnTo>
                    <a:pt x="458227" y="3306542"/>
                  </a:lnTo>
                  <a:lnTo>
                    <a:pt x="504767" y="3312514"/>
                  </a:lnTo>
                  <a:lnTo>
                    <a:pt x="552433" y="3314542"/>
                  </a:lnTo>
                  <a:lnTo>
                    <a:pt x="3078830" y="3314542"/>
                  </a:lnTo>
                  <a:lnTo>
                    <a:pt x="3126496" y="3312514"/>
                  </a:lnTo>
                  <a:lnTo>
                    <a:pt x="3173036" y="3306542"/>
                  </a:lnTo>
                  <a:lnTo>
                    <a:pt x="3218285" y="3296790"/>
                  </a:lnTo>
                  <a:lnTo>
                    <a:pt x="3262075" y="3283424"/>
                  </a:lnTo>
                  <a:lnTo>
                    <a:pt x="3304243" y="3266612"/>
                  </a:lnTo>
                  <a:lnTo>
                    <a:pt x="3344621" y="3246517"/>
                  </a:lnTo>
                  <a:lnTo>
                    <a:pt x="3383044" y="3223307"/>
                  </a:lnTo>
                  <a:lnTo>
                    <a:pt x="3419346" y="3197147"/>
                  </a:lnTo>
                  <a:lnTo>
                    <a:pt x="3453361" y="3168203"/>
                  </a:lnTo>
                  <a:lnTo>
                    <a:pt x="3484924" y="3136640"/>
                  </a:lnTo>
                  <a:lnTo>
                    <a:pt x="3513869" y="3102624"/>
                  </a:lnTo>
                  <a:lnTo>
                    <a:pt x="3540029" y="3066322"/>
                  </a:lnTo>
                  <a:lnTo>
                    <a:pt x="3563239" y="3027899"/>
                  </a:lnTo>
                  <a:lnTo>
                    <a:pt x="3583333" y="2987521"/>
                  </a:lnTo>
                  <a:lnTo>
                    <a:pt x="3600146" y="2945354"/>
                  </a:lnTo>
                  <a:lnTo>
                    <a:pt x="3613511" y="2901563"/>
                  </a:lnTo>
                  <a:lnTo>
                    <a:pt x="3623263" y="2856315"/>
                  </a:lnTo>
                  <a:lnTo>
                    <a:pt x="3629236" y="2809775"/>
                  </a:lnTo>
                  <a:lnTo>
                    <a:pt x="3631264" y="2762109"/>
                  </a:lnTo>
                  <a:lnTo>
                    <a:pt x="3631264" y="552433"/>
                  </a:lnTo>
                  <a:lnTo>
                    <a:pt x="3629236" y="504767"/>
                  </a:lnTo>
                  <a:lnTo>
                    <a:pt x="3623263" y="458227"/>
                  </a:lnTo>
                  <a:lnTo>
                    <a:pt x="3613511" y="412979"/>
                  </a:lnTo>
                  <a:lnTo>
                    <a:pt x="3600146" y="369188"/>
                  </a:lnTo>
                  <a:lnTo>
                    <a:pt x="3583333" y="327021"/>
                  </a:lnTo>
                  <a:lnTo>
                    <a:pt x="3563239" y="286643"/>
                  </a:lnTo>
                  <a:lnTo>
                    <a:pt x="3540029" y="248220"/>
                  </a:lnTo>
                  <a:lnTo>
                    <a:pt x="3513869" y="211918"/>
                  </a:lnTo>
                  <a:lnTo>
                    <a:pt x="3484924" y="177902"/>
                  </a:lnTo>
                  <a:lnTo>
                    <a:pt x="3453361" y="146339"/>
                  </a:lnTo>
                  <a:lnTo>
                    <a:pt x="3419346" y="117395"/>
                  </a:lnTo>
                  <a:lnTo>
                    <a:pt x="3383044" y="91235"/>
                  </a:lnTo>
                  <a:lnTo>
                    <a:pt x="3344621" y="68024"/>
                  </a:lnTo>
                  <a:lnTo>
                    <a:pt x="3304243" y="47930"/>
                  </a:lnTo>
                  <a:lnTo>
                    <a:pt x="3262075" y="31117"/>
                  </a:lnTo>
                  <a:lnTo>
                    <a:pt x="3218285" y="17752"/>
                  </a:lnTo>
                  <a:lnTo>
                    <a:pt x="3173036" y="8000"/>
                  </a:lnTo>
                  <a:lnTo>
                    <a:pt x="3126496" y="2027"/>
                  </a:lnTo>
                  <a:lnTo>
                    <a:pt x="3078830" y="0"/>
                  </a:lnTo>
                  <a:close/>
                </a:path>
              </a:pathLst>
            </a:custGeom>
            <a:solidFill>
              <a:srgbClr val="C0504D">
                <a:alpha val="129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85692" y="1319138"/>
              <a:ext cx="3631565" cy="3314700"/>
            </a:xfrm>
            <a:custGeom>
              <a:avLst/>
              <a:gdLst/>
              <a:ahLst/>
              <a:cxnLst/>
              <a:rect l="l" t="t" r="r" b="b"/>
              <a:pathLst>
                <a:path w="3631565" h="3314700">
                  <a:moveTo>
                    <a:pt x="0" y="552433"/>
                  </a:moveTo>
                  <a:lnTo>
                    <a:pt x="2027" y="504767"/>
                  </a:lnTo>
                  <a:lnTo>
                    <a:pt x="8000" y="458227"/>
                  </a:lnTo>
                  <a:lnTo>
                    <a:pt x="17752" y="412979"/>
                  </a:lnTo>
                  <a:lnTo>
                    <a:pt x="31117" y="369188"/>
                  </a:lnTo>
                  <a:lnTo>
                    <a:pt x="47930" y="327021"/>
                  </a:lnTo>
                  <a:lnTo>
                    <a:pt x="68024" y="286642"/>
                  </a:lnTo>
                  <a:lnTo>
                    <a:pt x="91234" y="248219"/>
                  </a:lnTo>
                  <a:lnTo>
                    <a:pt x="117395" y="211917"/>
                  </a:lnTo>
                  <a:lnTo>
                    <a:pt x="146339" y="177902"/>
                  </a:lnTo>
                  <a:lnTo>
                    <a:pt x="177902" y="146339"/>
                  </a:lnTo>
                  <a:lnTo>
                    <a:pt x="211917" y="117395"/>
                  </a:lnTo>
                  <a:lnTo>
                    <a:pt x="248219" y="91234"/>
                  </a:lnTo>
                  <a:lnTo>
                    <a:pt x="286642" y="68024"/>
                  </a:lnTo>
                  <a:lnTo>
                    <a:pt x="327020" y="47930"/>
                  </a:lnTo>
                  <a:lnTo>
                    <a:pt x="369188" y="31117"/>
                  </a:lnTo>
                  <a:lnTo>
                    <a:pt x="412978" y="17752"/>
                  </a:lnTo>
                  <a:lnTo>
                    <a:pt x="458227" y="8000"/>
                  </a:lnTo>
                  <a:lnTo>
                    <a:pt x="504767" y="2027"/>
                  </a:lnTo>
                  <a:lnTo>
                    <a:pt x="552433" y="0"/>
                  </a:lnTo>
                  <a:lnTo>
                    <a:pt x="3078831" y="0"/>
                  </a:lnTo>
                  <a:lnTo>
                    <a:pt x="3126497" y="2027"/>
                  </a:lnTo>
                  <a:lnTo>
                    <a:pt x="3173037" y="8000"/>
                  </a:lnTo>
                  <a:lnTo>
                    <a:pt x="3218285" y="17752"/>
                  </a:lnTo>
                  <a:lnTo>
                    <a:pt x="3262076" y="31117"/>
                  </a:lnTo>
                  <a:lnTo>
                    <a:pt x="3304243" y="47930"/>
                  </a:lnTo>
                  <a:lnTo>
                    <a:pt x="3344621" y="68024"/>
                  </a:lnTo>
                  <a:lnTo>
                    <a:pt x="3383044" y="91234"/>
                  </a:lnTo>
                  <a:lnTo>
                    <a:pt x="3419346" y="117395"/>
                  </a:lnTo>
                  <a:lnTo>
                    <a:pt x="3453361" y="146339"/>
                  </a:lnTo>
                  <a:lnTo>
                    <a:pt x="3484924" y="177902"/>
                  </a:lnTo>
                  <a:lnTo>
                    <a:pt x="3513868" y="211917"/>
                  </a:lnTo>
                  <a:lnTo>
                    <a:pt x="3540029" y="248219"/>
                  </a:lnTo>
                  <a:lnTo>
                    <a:pt x="3563239" y="286642"/>
                  </a:lnTo>
                  <a:lnTo>
                    <a:pt x="3583333" y="327021"/>
                  </a:lnTo>
                  <a:lnTo>
                    <a:pt x="3600146" y="369188"/>
                  </a:lnTo>
                  <a:lnTo>
                    <a:pt x="3613511" y="412979"/>
                  </a:lnTo>
                  <a:lnTo>
                    <a:pt x="3623263" y="458227"/>
                  </a:lnTo>
                  <a:lnTo>
                    <a:pt x="3629236" y="504767"/>
                  </a:lnTo>
                  <a:lnTo>
                    <a:pt x="3631264" y="552433"/>
                  </a:lnTo>
                  <a:lnTo>
                    <a:pt x="3631264" y="2762109"/>
                  </a:lnTo>
                  <a:lnTo>
                    <a:pt x="3629236" y="2809775"/>
                  </a:lnTo>
                  <a:lnTo>
                    <a:pt x="3623263" y="2856315"/>
                  </a:lnTo>
                  <a:lnTo>
                    <a:pt x="3613511" y="2901563"/>
                  </a:lnTo>
                  <a:lnTo>
                    <a:pt x="3600146" y="2945354"/>
                  </a:lnTo>
                  <a:lnTo>
                    <a:pt x="3583333" y="2987521"/>
                  </a:lnTo>
                  <a:lnTo>
                    <a:pt x="3563239" y="3027900"/>
                  </a:lnTo>
                  <a:lnTo>
                    <a:pt x="3540029" y="3066323"/>
                  </a:lnTo>
                  <a:lnTo>
                    <a:pt x="3513868" y="3102625"/>
                  </a:lnTo>
                  <a:lnTo>
                    <a:pt x="3484924" y="3136640"/>
                  </a:lnTo>
                  <a:lnTo>
                    <a:pt x="3453361" y="3168203"/>
                  </a:lnTo>
                  <a:lnTo>
                    <a:pt x="3419346" y="3197147"/>
                  </a:lnTo>
                  <a:lnTo>
                    <a:pt x="3383044" y="3223308"/>
                  </a:lnTo>
                  <a:lnTo>
                    <a:pt x="3344621" y="3246518"/>
                  </a:lnTo>
                  <a:lnTo>
                    <a:pt x="3304243" y="3266612"/>
                  </a:lnTo>
                  <a:lnTo>
                    <a:pt x="3262076" y="3283425"/>
                  </a:lnTo>
                  <a:lnTo>
                    <a:pt x="3218285" y="3296790"/>
                  </a:lnTo>
                  <a:lnTo>
                    <a:pt x="3173037" y="3306542"/>
                  </a:lnTo>
                  <a:lnTo>
                    <a:pt x="3126497" y="3312515"/>
                  </a:lnTo>
                  <a:lnTo>
                    <a:pt x="3078831" y="3314543"/>
                  </a:lnTo>
                  <a:lnTo>
                    <a:pt x="552433" y="3314543"/>
                  </a:lnTo>
                  <a:lnTo>
                    <a:pt x="504767" y="3312515"/>
                  </a:lnTo>
                  <a:lnTo>
                    <a:pt x="458227" y="3306542"/>
                  </a:lnTo>
                  <a:lnTo>
                    <a:pt x="412978" y="3296790"/>
                  </a:lnTo>
                  <a:lnTo>
                    <a:pt x="369188" y="3283425"/>
                  </a:lnTo>
                  <a:lnTo>
                    <a:pt x="327020" y="3266612"/>
                  </a:lnTo>
                  <a:lnTo>
                    <a:pt x="286642" y="3246518"/>
                  </a:lnTo>
                  <a:lnTo>
                    <a:pt x="248219" y="3223308"/>
                  </a:lnTo>
                  <a:lnTo>
                    <a:pt x="211917" y="3197147"/>
                  </a:lnTo>
                  <a:lnTo>
                    <a:pt x="177902" y="3168203"/>
                  </a:lnTo>
                  <a:lnTo>
                    <a:pt x="146339" y="3136640"/>
                  </a:lnTo>
                  <a:lnTo>
                    <a:pt x="117395" y="3102625"/>
                  </a:lnTo>
                  <a:lnTo>
                    <a:pt x="91234" y="3066323"/>
                  </a:lnTo>
                  <a:lnTo>
                    <a:pt x="68024" y="3027900"/>
                  </a:lnTo>
                  <a:lnTo>
                    <a:pt x="47930" y="2987521"/>
                  </a:lnTo>
                  <a:lnTo>
                    <a:pt x="31117" y="2945354"/>
                  </a:lnTo>
                  <a:lnTo>
                    <a:pt x="17752" y="2901563"/>
                  </a:lnTo>
                  <a:lnTo>
                    <a:pt x="8000" y="2856315"/>
                  </a:lnTo>
                  <a:lnTo>
                    <a:pt x="2027" y="2809775"/>
                  </a:lnTo>
                  <a:lnTo>
                    <a:pt x="0" y="2762109"/>
                  </a:lnTo>
                  <a:lnTo>
                    <a:pt x="0" y="552433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5235190" y="4306316"/>
            <a:ext cx="615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504D"/>
                </a:solidFill>
                <a:latin typeface="Trebuchet MS"/>
                <a:cs typeface="Trebuchet MS"/>
              </a:rPr>
              <a:t>Decoder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041276" y="1492698"/>
            <a:ext cx="508634" cy="2290445"/>
            <a:chOff x="5041276" y="1492698"/>
            <a:chExt cx="508634" cy="2290445"/>
          </a:xfrm>
        </p:grpSpPr>
        <p:sp>
          <p:nvSpPr>
            <p:cNvPr id="7" name="object 7" descr=""/>
            <p:cNvSpPr/>
            <p:nvPr/>
          </p:nvSpPr>
          <p:spPr>
            <a:xfrm>
              <a:off x="5081388" y="1505397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1388" y="1505398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53976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5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53976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5" h="1611629">
                  <a:moveTo>
                    <a:pt x="0" y="0"/>
                  </a:moveTo>
                  <a:lnTo>
                    <a:pt x="482814" y="0"/>
                  </a:lnTo>
                  <a:lnTo>
                    <a:pt x="482814" y="1611490"/>
                  </a:lnTo>
                  <a:lnTo>
                    <a:pt x="0" y="161149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132716" y="2799588"/>
            <a:ext cx="295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213679" y="1678022"/>
            <a:ext cx="185420" cy="480695"/>
            <a:chOff x="5213679" y="1678022"/>
            <a:chExt cx="185420" cy="48069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7283" y="1947395"/>
              <a:ext cx="76200" cy="21096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3679" y="1678022"/>
              <a:ext cx="185399" cy="14651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532434" y="3662679"/>
            <a:ext cx="23939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Trebuchet MS"/>
                <a:cs typeface="Trebuchet MS"/>
              </a:rPr>
              <a:t>&lt;GO&gt;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35940" y="1327414"/>
            <a:ext cx="4852035" cy="3340100"/>
            <a:chOff x="535940" y="1327414"/>
            <a:chExt cx="4852035" cy="3340100"/>
          </a:xfrm>
        </p:grpSpPr>
        <p:sp>
          <p:nvSpPr>
            <p:cNvPr id="17" name="object 17" descr=""/>
            <p:cNvSpPr/>
            <p:nvPr/>
          </p:nvSpPr>
          <p:spPr>
            <a:xfrm>
              <a:off x="3859375" y="1711239"/>
              <a:ext cx="1474470" cy="2465070"/>
            </a:xfrm>
            <a:custGeom>
              <a:avLst/>
              <a:gdLst/>
              <a:ahLst/>
              <a:cxnLst/>
              <a:rect l="l" t="t" r="r" b="b"/>
              <a:pathLst>
                <a:path w="1474470" h="2465070">
                  <a:moveTo>
                    <a:pt x="602165" y="4762"/>
                  </a:moveTo>
                  <a:lnTo>
                    <a:pt x="602165" y="2462701"/>
                  </a:lnTo>
                  <a:lnTo>
                    <a:pt x="604297" y="2464833"/>
                  </a:lnTo>
                  <a:lnTo>
                    <a:pt x="1438638" y="2464833"/>
                  </a:lnTo>
                  <a:lnTo>
                    <a:pt x="1440770" y="2462701"/>
                  </a:lnTo>
                  <a:lnTo>
                    <a:pt x="1440770" y="2460071"/>
                  </a:lnTo>
                  <a:lnTo>
                    <a:pt x="611690" y="2460071"/>
                  </a:lnTo>
                  <a:lnTo>
                    <a:pt x="606927" y="2455308"/>
                  </a:lnTo>
                  <a:lnTo>
                    <a:pt x="611690" y="2455308"/>
                  </a:lnTo>
                  <a:lnTo>
                    <a:pt x="611690" y="9525"/>
                  </a:lnTo>
                  <a:lnTo>
                    <a:pt x="606927" y="9525"/>
                  </a:lnTo>
                  <a:lnTo>
                    <a:pt x="602165" y="4762"/>
                  </a:lnTo>
                  <a:close/>
                </a:path>
                <a:path w="1474470" h="2465070">
                  <a:moveTo>
                    <a:pt x="611690" y="2455308"/>
                  </a:moveTo>
                  <a:lnTo>
                    <a:pt x="606927" y="2455308"/>
                  </a:lnTo>
                  <a:lnTo>
                    <a:pt x="611690" y="2460071"/>
                  </a:lnTo>
                  <a:lnTo>
                    <a:pt x="611690" y="2455308"/>
                  </a:lnTo>
                  <a:close/>
                </a:path>
                <a:path w="1474470" h="2465070">
                  <a:moveTo>
                    <a:pt x="1431245" y="2455308"/>
                  </a:moveTo>
                  <a:lnTo>
                    <a:pt x="611690" y="2455308"/>
                  </a:lnTo>
                  <a:lnTo>
                    <a:pt x="611690" y="2460071"/>
                  </a:lnTo>
                  <a:lnTo>
                    <a:pt x="1431245" y="2460071"/>
                  </a:lnTo>
                  <a:lnTo>
                    <a:pt x="1431245" y="2455308"/>
                  </a:lnTo>
                  <a:close/>
                </a:path>
                <a:path w="1474470" h="2465070">
                  <a:moveTo>
                    <a:pt x="1440770" y="2122106"/>
                  </a:moveTo>
                  <a:lnTo>
                    <a:pt x="1431245" y="2122106"/>
                  </a:lnTo>
                  <a:lnTo>
                    <a:pt x="1431245" y="2460071"/>
                  </a:lnTo>
                  <a:lnTo>
                    <a:pt x="1436008" y="2455308"/>
                  </a:lnTo>
                  <a:lnTo>
                    <a:pt x="1440770" y="2455308"/>
                  </a:lnTo>
                  <a:lnTo>
                    <a:pt x="1440770" y="2122106"/>
                  </a:lnTo>
                  <a:close/>
                </a:path>
                <a:path w="1474470" h="2465070">
                  <a:moveTo>
                    <a:pt x="1440770" y="2455308"/>
                  </a:moveTo>
                  <a:lnTo>
                    <a:pt x="1436008" y="2455308"/>
                  </a:lnTo>
                  <a:lnTo>
                    <a:pt x="1431245" y="2460071"/>
                  </a:lnTo>
                  <a:lnTo>
                    <a:pt x="1440770" y="2460071"/>
                  </a:lnTo>
                  <a:lnTo>
                    <a:pt x="1440770" y="2455308"/>
                  </a:lnTo>
                  <a:close/>
                </a:path>
                <a:path w="1474470" h="2465070">
                  <a:moveTo>
                    <a:pt x="1436008" y="2058606"/>
                  </a:moveTo>
                  <a:lnTo>
                    <a:pt x="1397908" y="2134806"/>
                  </a:lnTo>
                  <a:lnTo>
                    <a:pt x="1431245" y="2134806"/>
                  </a:lnTo>
                  <a:lnTo>
                    <a:pt x="1431245" y="2122106"/>
                  </a:lnTo>
                  <a:lnTo>
                    <a:pt x="1467758" y="2122106"/>
                  </a:lnTo>
                  <a:lnTo>
                    <a:pt x="1436008" y="2058606"/>
                  </a:lnTo>
                  <a:close/>
                </a:path>
                <a:path w="1474470" h="2465070">
                  <a:moveTo>
                    <a:pt x="1467758" y="2122106"/>
                  </a:moveTo>
                  <a:lnTo>
                    <a:pt x="1440770" y="2122106"/>
                  </a:lnTo>
                  <a:lnTo>
                    <a:pt x="1440770" y="2134806"/>
                  </a:lnTo>
                  <a:lnTo>
                    <a:pt x="1474108" y="2134806"/>
                  </a:lnTo>
                  <a:lnTo>
                    <a:pt x="1467758" y="2122106"/>
                  </a:lnTo>
                  <a:close/>
                </a:path>
                <a:path w="1474470" h="2465070">
                  <a:moveTo>
                    <a:pt x="609558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02165" y="9525"/>
                  </a:lnTo>
                  <a:lnTo>
                    <a:pt x="602165" y="4762"/>
                  </a:lnTo>
                  <a:lnTo>
                    <a:pt x="611690" y="4762"/>
                  </a:lnTo>
                  <a:lnTo>
                    <a:pt x="611690" y="2132"/>
                  </a:lnTo>
                  <a:lnTo>
                    <a:pt x="609558" y="0"/>
                  </a:lnTo>
                  <a:close/>
                </a:path>
                <a:path w="1474470" h="2465070">
                  <a:moveTo>
                    <a:pt x="611690" y="4762"/>
                  </a:moveTo>
                  <a:lnTo>
                    <a:pt x="602165" y="4762"/>
                  </a:lnTo>
                  <a:lnTo>
                    <a:pt x="606927" y="9525"/>
                  </a:lnTo>
                  <a:lnTo>
                    <a:pt x="611690" y="9525"/>
                  </a:lnTo>
                  <a:lnTo>
                    <a:pt x="611690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3678" y="2263622"/>
              <a:ext cx="174163" cy="13369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4648671" y="3396223"/>
              <a:ext cx="672465" cy="607060"/>
            </a:xfrm>
            <a:custGeom>
              <a:avLst/>
              <a:gdLst/>
              <a:ahLst/>
              <a:cxnLst/>
              <a:rect l="l" t="t" r="r" b="b"/>
              <a:pathLst>
                <a:path w="672464" h="607060">
                  <a:moveTo>
                    <a:pt x="180788" y="15768"/>
                  </a:moveTo>
                  <a:lnTo>
                    <a:pt x="189103" y="20652"/>
                  </a:lnTo>
                  <a:lnTo>
                    <a:pt x="193534" y="23190"/>
                  </a:lnTo>
                  <a:lnTo>
                    <a:pt x="193868" y="23423"/>
                  </a:lnTo>
                  <a:lnTo>
                    <a:pt x="194042" y="23604"/>
                  </a:lnTo>
                  <a:lnTo>
                    <a:pt x="206924" y="34094"/>
                  </a:lnTo>
                  <a:lnTo>
                    <a:pt x="219443" y="47224"/>
                  </a:lnTo>
                  <a:lnTo>
                    <a:pt x="243031" y="80581"/>
                  </a:lnTo>
                  <a:lnTo>
                    <a:pt x="263771" y="121928"/>
                  </a:lnTo>
                  <a:lnTo>
                    <a:pt x="280675" y="169464"/>
                  </a:lnTo>
                  <a:lnTo>
                    <a:pt x="292813" y="221395"/>
                  </a:lnTo>
                  <a:lnTo>
                    <a:pt x="299215" y="275074"/>
                  </a:lnTo>
                  <a:lnTo>
                    <a:pt x="299293" y="275932"/>
                  </a:lnTo>
                  <a:lnTo>
                    <a:pt x="301107" y="331279"/>
                  </a:lnTo>
                  <a:lnTo>
                    <a:pt x="308651" y="387305"/>
                  </a:lnTo>
                  <a:lnTo>
                    <a:pt x="322764" y="440324"/>
                  </a:lnTo>
                  <a:lnTo>
                    <a:pt x="342458" y="488950"/>
                  </a:lnTo>
                  <a:lnTo>
                    <a:pt x="366759" y="531473"/>
                  </a:lnTo>
                  <a:lnTo>
                    <a:pt x="394736" y="566178"/>
                  </a:lnTo>
                  <a:lnTo>
                    <a:pt x="425466" y="591280"/>
                  </a:lnTo>
                  <a:lnTo>
                    <a:pt x="458986" y="605243"/>
                  </a:lnTo>
                  <a:lnTo>
                    <a:pt x="459295" y="605243"/>
                  </a:lnTo>
                  <a:lnTo>
                    <a:pt x="475392" y="606968"/>
                  </a:lnTo>
                  <a:lnTo>
                    <a:pt x="476194" y="606968"/>
                  </a:lnTo>
                  <a:lnTo>
                    <a:pt x="492196" y="605657"/>
                  </a:lnTo>
                  <a:lnTo>
                    <a:pt x="492435" y="605657"/>
                  </a:lnTo>
                  <a:lnTo>
                    <a:pt x="508798" y="601718"/>
                  </a:lnTo>
                  <a:lnTo>
                    <a:pt x="519603" y="597486"/>
                  </a:lnTo>
                  <a:lnTo>
                    <a:pt x="476312" y="597486"/>
                  </a:lnTo>
                  <a:lnTo>
                    <a:pt x="462101" y="595965"/>
                  </a:lnTo>
                  <a:lnTo>
                    <a:pt x="461232" y="595965"/>
                  </a:lnTo>
                  <a:lnTo>
                    <a:pt x="460554" y="595824"/>
                  </a:lnTo>
                  <a:lnTo>
                    <a:pt x="460784" y="595824"/>
                  </a:lnTo>
                  <a:lnTo>
                    <a:pt x="446344" y="591280"/>
                  </a:lnTo>
                  <a:lnTo>
                    <a:pt x="446110" y="591280"/>
                  </a:lnTo>
                  <a:lnTo>
                    <a:pt x="445651" y="591091"/>
                  </a:lnTo>
                  <a:lnTo>
                    <a:pt x="431178" y="583578"/>
                  </a:lnTo>
                  <a:lnTo>
                    <a:pt x="430741" y="583377"/>
                  </a:lnTo>
                  <a:lnTo>
                    <a:pt x="430484" y="583220"/>
                  </a:lnTo>
                  <a:lnTo>
                    <a:pt x="426126" y="580058"/>
                  </a:lnTo>
                  <a:lnTo>
                    <a:pt x="416269" y="573039"/>
                  </a:lnTo>
                  <a:lnTo>
                    <a:pt x="388007" y="544254"/>
                  </a:lnTo>
                  <a:lnTo>
                    <a:pt x="362521" y="506646"/>
                  </a:lnTo>
                  <a:lnTo>
                    <a:pt x="340909" y="461994"/>
                  </a:lnTo>
                  <a:lnTo>
                    <a:pt x="324222" y="412085"/>
                  </a:lnTo>
                  <a:lnTo>
                    <a:pt x="313474" y="358710"/>
                  </a:lnTo>
                  <a:lnTo>
                    <a:pt x="309668" y="303621"/>
                  </a:lnTo>
                  <a:lnTo>
                    <a:pt x="308780" y="275074"/>
                  </a:lnTo>
                  <a:lnTo>
                    <a:pt x="306365" y="248450"/>
                  </a:lnTo>
                  <a:lnTo>
                    <a:pt x="296605" y="192565"/>
                  </a:lnTo>
                  <a:lnTo>
                    <a:pt x="281637" y="141578"/>
                  </a:lnTo>
                  <a:lnTo>
                    <a:pt x="262181" y="95803"/>
                  </a:lnTo>
                  <a:lnTo>
                    <a:pt x="239044" y="56942"/>
                  </a:lnTo>
                  <a:lnTo>
                    <a:pt x="212938" y="26708"/>
                  </a:lnTo>
                  <a:lnTo>
                    <a:pt x="199690" y="15920"/>
                  </a:lnTo>
                  <a:lnTo>
                    <a:pt x="181212" y="15920"/>
                  </a:lnTo>
                  <a:lnTo>
                    <a:pt x="180788" y="15768"/>
                  </a:lnTo>
                  <a:close/>
                </a:path>
                <a:path w="672464" h="607060">
                  <a:moveTo>
                    <a:pt x="629249" y="447999"/>
                  </a:moveTo>
                  <a:lnTo>
                    <a:pt x="627737" y="454882"/>
                  </a:lnTo>
                  <a:lnTo>
                    <a:pt x="627592" y="455822"/>
                  </a:lnTo>
                  <a:lnTo>
                    <a:pt x="627485" y="456174"/>
                  </a:lnTo>
                  <a:lnTo>
                    <a:pt x="627310" y="456540"/>
                  </a:lnTo>
                  <a:lnTo>
                    <a:pt x="619996" y="475221"/>
                  </a:lnTo>
                  <a:lnTo>
                    <a:pt x="611047" y="493793"/>
                  </a:lnTo>
                  <a:lnTo>
                    <a:pt x="589607" y="527781"/>
                  </a:lnTo>
                  <a:lnTo>
                    <a:pt x="564321" y="556425"/>
                  </a:lnTo>
                  <a:lnTo>
                    <a:pt x="521561" y="586491"/>
                  </a:lnTo>
                  <a:lnTo>
                    <a:pt x="490691" y="596281"/>
                  </a:lnTo>
                  <a:lnTo>
                    <a:pt x="489992" y="596281"/>
                  </a:lnTo>
                  <a:lnTo>
                    <a:pt x="475291" y="597486"/>
                  </a:lnTo>
                  <a:lnTo>
                    <a:pt x="519603" y="597486"/>
                  </a:lnTo>
                  <a:lnTo>
                    <a:pt x="525057" y="595350"/>
                  </a:lnTo>
                  <a:lnTo>
                    <a:pt x="570546" y="563634"/>
                  </a:lnTo>
                  <a:lnTo>
                    <a:pt x="597000" y="533788"/>
                  </a:lnTo>
                  <a:lnTo>
                    <a:pt x="619288" y="498571"/>
                  </a:lnTo>
                  <a:lnTo>
                    <a:pt x="636459" y="459301"/>
                  </a:lnTo>
                  <a:lnTo>
                    <a:pt x="638670" y="449505"/>
                  </a:lnTo>
                  <a:lnTo>
                    <a:pt x="629249" y="447999"/>
                  </a:lnTo>
                  <a:close/>
                </a:path>
                <a:path w="672464" h="607060">
                  <a:moveTo>
                    <a:pt x="460784" y="595824"/>
                  </a:moveTo>
                  <a:lnTo>
                    <a:pt x="460554" y="595824"/>
                  </a:lnTo>
                  <a:lnTo>
                    <a:pt x="461232" y="595965"/>
                  </a:lnTo>
                  <a:lnTo>
                    <a:pt x="460784" y="595824"/>
                  </a:lnTo>
                  <a:close/>
                </a:path>
                <a:path w="672464" h="607060">
                  <a:moveTo>
                    <a:pt x="460784" y="595824"/>
                  </a:moveTo>
                  <a:lnTo>
                    <a:pt x="461232" y="595965"/>
                  </a:lnTo>
                  <a:lnTo>
                    <a:pt x="462101" y="595965"/>
                  </a:lnTo>
                  <a:lnTo>
                    <a:pt x="460784" y="595824"/>
                  </a:lnTo>
                  <a:close/>
                </a:path>
                <a:path w="672464" h="607060">
                  <a:moveTo>
                    <a:pt x="445743" y="591091"/>
                  </a:moveTo>
                  <a:lnTo>
                    <a:pt x="446110" y="591280"/>
                  </a:lnTo>
                  <a:lnTo>
                    <a:pt x="446344" y="591280"/>
                  </a:lnTo>
                  <a:lnTo>
                    <a:pt x="445743" y="591091"/>
                  </a:lnTo>
                  <a:close/>
                </a:path>
                <a:path w="672464" h="607060">
                  <a:moveTo>
                    <a:pt x="666140" y="435305"/>
                  </a:moveTo>
                  <a:lnTo>
                    <a:pt x="632037" y="435305"/>
                  </a:lnTo>
                  <a:lnTo>
                    <a:pt x="641339" y="437348"/>
                  </a:lnTo>
                  <a:lnTo>
                    <a:pt x="638670" y="449505"/>
                  </a:lnTo>
                  <a:lnTo>
                    <a:pt x="672306" y="454882"/>
                  </a:lnTo>
                  <a:lnTo>
                    <a:pt x="666140" y="435305"/>
                  </a:lnTo>
                  <a:close/>
                </a:path>
                <a:path w="672464" h="607060">
                  <a:moveTo>
                    <a:pt x="632037" y="435305"/>
                  </a:moveTo>
                  <a:lnTo>
                    <a:pt x="629249" y="447999"/>
                  </a:lnTo>
                  <a:lnTo>
                    <a:pt x="638670" y="449505"/>
                  </a:lnTo>
                  <a:lnTo>
                    <a:pt x="641287" y="437584"/>
                  </a:lnTo>
                  <a:lnTo>
                    <a:pt x="641339" y="437348"/>
                  </a:lnTo>
                  <a:lnTo>
                    <a:pt x="632037" y="435305"/>
                  </a:lnTo>
                  <a:close/>
                </a:path>
                <a:path w="672464" h="607060">
                  <a:moveTo>
                    <a:pt x="646711" y="373622"/>
                  </a:moveTo>
                  <a:lnTo>
                    <a:pt x="597061" y="442854"/>
                  </a:lnTo>
                  <a:lnTo>
                    <a:pt x="629249" y="447999"/>
                  </a:lnTo>
                  <a:lnTo>
                    <a:pt x="632037" y="435305"/>
                  </a:lnTo>
                  <a:lnTo>
                    <a:pt x="666140" y="435305"/>
                  </a:lnTo>
                  <a:lnTo>
                    <a:pt x="646711" y="373622"/>
                  </a:lnTo>
                  <a:close/>
                </a:path>
                <a:path w="672464" h="607060">
                  <a:moveTo>
                    <a:pt x="155404" y="0"/>
                  </a:moveTo>
                  <a:lnTo>
                    <a:pt x="154235" y="0"/>
                  </a:lnTo>
                  <a:lnTo>
                    <a:pt x="139532" y="1372"/>
                  </a:lnTo>
                  <a:lnTo>
                    <a:pt x="139785" y="1372"/>
                  </a:lnTo>
                  <a:lnTo>
                    <a:pt x="125108" y="5417"/>
                  </a:lnTo>
                  <a:lnTo>
                    <a:pt x="83433" y="31329"/>
                  </a:lnTo>
                  <a:lnTo>
                    <a:pt x="47578" y="73703"/>
                  </a:lnTo>
                  <a:lnTo>
                    <a:pt x="28072" y="108908"/>
                  </a:lnTo>
                  <a:lnTo>
                    <a:pt x="13055" y="148153"/>
                  </a:lnTo>
                  <a:lnTo>
                    <a:pt x="3399" y="190129"/>
                  </a:lnTo>
                  <a:lnTo>
                    <a:pt x="0" y="233135"/>
                  </a:lnTo>
                  <a:lnTo>
                    <a:pt x="9517" y="233518"/>
                  </a:lnTo>
                  <a:lnTo>
                    <a:pt x="10378" y="212115"/>
                  </a:lnTo>
                  <a:lnTo>
                    <a:pt x="12858" y="191246"/>
                  </a:lnTo>
                  <a:lnTo>
                    <a:pt x="22254" y="150623"/>
                  </a:lnTo>
                  <a:lnTo>
                    <a:pt x="36841" y="112626"/>
                  </a:lnTo>
                  <a:lnTo>
                    <a:pt x="55732" y="78626"/>
                  </a:lnTo>
                  <a:lnTo>
                    <a:pt x="90111" y="38121"/>
                  </a:lnTo>
                  <a:lnTo>
                    <a:pt x="128231" y="14455"/>
                  </a:lnTo>
                  <a:lnTo>
                    <a:pt x="128096" y="14455"/>
                  </a:lnTo>
                  <a:lnTo>
                    <a:pt x="128789" y="14206"/>
                  </a:lnTo>
                  <a:lnTo>
                    <a:pt x="129003" y="14206"/>
                  </a:lnTo>
                  <a:lnTo>
                    <a:pt x="141494" y="10781"/>
                  </a:lnTo>
                  <a:lnTo>
                    <a:pt x="141220" y="10781"/>
                  </a:lnTo>
                  <a:lnTo>
                    <a:pt x="154758" y="9516"/>
                  </a:lnTo>
                  <a:lnTo>
                    <a:pt x="188953" y="9516"/>
                  </a:lnTo>
                  <a:lnTo>
                    <a:pt x="184975" y="7180"/>
                  </a:lnTo>
                  <a:lnTo>
                    <a:pt x="170484" y="1958"/>
                  </a:lnTo>
                  <a:lnTo>
                    <a:pt x="171453" y="1958"/>
                  </a:lnTo>
                  <a:lnTo>
                    <a:pt x="155404" y="0"/>
                  </a:lnTo>
                  <a:close/>
                </a:path>
                <a:path w="672464" h="607060">
                  <a:moveTo>
                    <a:pt x="167271" y="10924"/>
                  </a:moveTo>
                  <a:lnTo>
                    <a:pt x="180887" y="15768"/>
                  </a:lnTo>
                  <a:lnTo>
                    <a:pt x="181212" y="15920"/>
                  </a:lnTo>
                  <a:lnTo>
                    <a:pt x="199690" y="15920"/>
                  </a:lnTo>
                  <a:lnTo>
                    <a:pt x="199503" y="15768"/>
                  </a:lnTo>
                  <a:lnTo>
                    <a:pt x="197360" y="14455"/>
                  </a:lnTo>
                  <a:lnTo>
                    <a:pt x="191766" y="11169"/>
                  </a:lnTo>
                  <a:lnTo>
                    <a:pt x="168301" y="11169"/>
                  </a:lnTo>
                  <a:lnTo>
                    <a:pt x="167271" y="10924"/>
                  </a:lnTo>
                  <a:close/>
                </a:path>
                <a:path w="672464" h="607060">
                  <a:moveTo>
                    <a:pt x="128789" y="14206"/>
                  </a:moveTo>
                  <a:lnTo>
                    <a:pt x="128096" y="14455"/>
                  </a:lnTo>
                  <a:lnTo>
                    <a:pt x="128231" y="14455"/>
                  </a:lnTo>
                  <a:lnTo>
                    <a:pt x="128789" y="14206"/>
                  </a:lnTo>
                  <a:close/>
                </a:path>
                <a:path w="672464" h="607060">
                  <a:moveTo>
                    <a:pt x="129003" y="14206"/>
                  </a:moveTo>
                  <a:lnTo>
                    <a:pt x="128789" y="14206"/>
                  </a:lnTo>
                  <a:lnTo>
                    <a:pt x="128231" y="14455"/>
                  </a:lnTo>
                  <a:lnTo>
                    <a:pt x="128096" y="14455"/>
                  </a:lnTo>
                  <a:lnTo>
                    <a:pt x="129003" y="14206"/>
                  </a:lnTo>
                  <a:close/>
                </a:path>
                <a:path w="672464" h="607060">
                  <a:moveTo>
                    <a:pt x="188953" y="9516"/>
                  </a:moveTo>
                  <a:lnTo>
                    <a:pt x="154758" y="9516"/>
                  </a:lnTo>
                  <a:lnTo>
                    <a:pt x="168301" y="11169"/>
                  </a:lnTo>
                  <a:lnTo>
                    <a:pt x="167955" y="11169"/>
                  </a:lnTo>
                  <a:lnTo>
                    <a:pt x="167271" y="10924"/>
                  </a:lnTo>
                  <a:lnTo>
                    <a:pt x="191349" y="10924"/>
                  </a:lnTo>
                  <a:lnTo>
                    <a:pt x="188953" y="9516"/>
                  </a:lnTo>
                  <a:close/>
                </a:path>
                <a:path w="672464" h="607060">
                  <a:moveTo>
                    <a:pt x="191349" y="10924"/>
                  </a:moveTo>
                  <a:lnTo>
                    <a:pt x="167271" y="10924"/>
                  </a:lnTo>
                  <a:lnTo>
                    <a:pt x="168301" y="11169"/>
                  </a:lnTo>
                  <a:lnTo>
                    <a:pt x="191766" y="11169"/>
                  </a:lnTo>
                  <a:lnTo>
                    <a:pt x="191349" y="10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8640" y="1340114"/>
              <a:ext cx="3489960" cy="3314700"/>
            </a:xfrm>
            <a:custGeom>
              <a:avLst/>
              <a:gdLst/>
              <a:ahLst/>
              <a:cxnLst/>
              <a:rect l="l" t="t" r="r" b="b"/>
              <a:pathLst>
                <a:path w="3489960" h="3314700">
                  <a:moveTo>
                    <a:pt x="2936944" y="0"/>
                  </a:moveTo>
                  <a:lnTo>
                    <a:pt x="552435" y="0"/>
                  </a:lnTo>
                  <a:lnTo>
                    <a:pt x="504769" y="2027"/>
                  </a:lnTo>
                  <a:lnTo>
                    <a:pt x="458229" y="8000"/>
                  </a:lnTo>
                  <a:lnTo>
                    <a:pt x="412980" y="17752"/>
                  </a:lnTo>
                  <a:lnTo>
                    <a:pt x="369189" y="31117"/>
                  </a:lnTo>
                  <a:lnTo>
                    <a:pt x="327022" y="47930"/>
                  </a:lnTo>
                  <a:lnTo>
                    <a:pt x="286643" y="68024"/>
                  </a:lnTo>
                  <a:lnTo>
                    <a:pt x="248220" y="91235"/>
                  </a:lnTo>
                  <a:lnTo>
                    <a:pt x="211918" y="117395"/>
                  </a:lnTo>
                  <a:lnTo>
                    <a:pt x="177903" y="146340"/>
                  </a:lnTo>
                  <a:lnTo>
                    <a:pt x="146340" y="177903"/>
                  </a:lnTo>
                  <a:lnTo>
                    <a:pt x="117395" y="211918"/>
                  </a:lnTo>
                  <a:lnTo>
                    <a:pt x="91235" y="248220"/>
                  </a:lnTo>
                  <a:lnTo>
                    <a:pt x="68024" y="286644"/>
                  </a:lnTo>
                  <a:lnTo>
                    <a:pt x="47930" y="327022"/>
                  </a:lnTo>
                  <a:lnTo>
                    <a:pt x="31117" y="369189"/>
                  </a:lnTo>
                  <a:lnTo>
                    <a:pt x="17752" y="412980"/>
                  </a:lnTo>
                  <a:lnTo>
                    <a:pt x="8000" y="458229"/>
                  </a:lnTo>
                  <a:lnTo>
                    <a:pt x="2027" y="504769"/>
                  </a:lnTo>
                  <a:lnTo>
                    <a:pt x="0" y="552436"/>
                  </a:lnTo>
                  <a:lnTo>
                    <a:pt x="0" y="2762106"/>
                  </a:lnTo>
                  <a:lnTo>
                    <a:pt x="2027" y="2809772"/>
                  </a:lnTo>
                  <a:lnTo>
                    <a:pt x="8000" y="2856313"/>
                  </a:lnTo>
                  <a:lnTo>
                    <a:pt x="17752" y="2901561"/>
                  </a:lnTo>
                  <a:lnTo>
                    <a:pt x="31117" y="2945352"/>
                  </a:lnTo>
                  <a:lnTo>
                    <a:pt x="47930" y="2987520"/>
                  </a:lnTo>
                  <a:lnTo>
                    <a:pt x="68024" y="3027898"/>
                  </a:lnTo>
                  <a:lnTo>
                    <a:pt x="91235" y="3066321"/>
                  </a:lnTo>
                  <a:lnTo>
                    <a:pt x="117395" y="3102623"/>
                  </a:lnTo>
                  <a:lnTo>
                    <a:pt x="146340" y="3136639"/>
                  </a:lnTo>
                  <a:lnTo>
                    <a:pt x="177903" y="3168202"/>
                  </a:lnTo>
                  <a:lnTo>
                    <a:pt x="211918" y="3197146"/>
                  </a:lnTo>
                  <a:lnTo>
                    <a:pt x="248220" y="3223307"/>
                  </a:lnTo>
                  <a:lnTo>
                    <a:pt x="286643" y="3246517"/>
                  </a:lnTo>
                  <a:lnTo>
                    <a:pt x="327022" y="3266612"/>
                  </a:lnTo>
                  <a:lnTo>
                    <a:pt x="369189" y="3283424"/>
                  </a:lnTo>
                  <a:lnTo>
                    <a:pt x="412980" y="3296790"/>
                  </a:lnTo>
                  <a:lnTo>
                    <a:pt x="458229" y="3306541"/>
                  </a:lnTo>
                  <a:lnTo>
                    <a:pt x="504769" y="3312514"/>
                  </a:lnTo>
                  <a:lnTo>
                    <a:pt x="552435" y="3314542"/>
                  </a:lnTo>
                  <a:lnTo>
                    <a:pt x="2936944" y="3314542"/>
                  </a:lnTo>
                  <a:lnTo>
                    <a:pt x="2984611" y="3312514"/>
                  </a:lnTo>
                  <a:lnTo>
                    <a:pt x="3031151" y="3306541"/>
                  </a:lnTo>
                  <a:lnTo>
                    <a:pt x="3076400" y="3296790"/>
                  </a:lnTo>
                  <a:lnTo>
                    <a:pt x="3120191" y="3283424"/>
                  </a:lnTo>
                  <a:lnTo>
                    <a:pt x="3162358" y="3266612"/>
                  </a:lnTo>
                  <a:lnTo>
                    <a:pt x="3202736" y="3246517"/>
                  </a:lnTo>
                  <a:lnTo>
                    <a:pt x="3241160" y="3223307"/>
                  </a:lnTo>
                  <a:lnTo>
                    <a:pt x="3277462" y="3197146"/>
                  </a:lnTo>
                  <a:lnTo>
                    <a:pt x="3311477" y="3168202"/>
                  </a:lnTo>
                  <a:lnTo>
                    <a:pt x="3343040" y="3136639"/>
                  </a:lnTo>
                  <a:lnTo>
                    <a:pt x="3371985" y="3102623"/>
                  </a:lnTo>
                  <a:lnTo>
                    <a:pt x="3398145" y="3066321"/>
                  </a:lnTo>
                  <a:lnTo>
                    <a:pt x="3421355" y="3027898"/>
                  </a:lnTo>
                  <a:lnTo>
                    <a:pt x="3441450" y="2987520"/>
                  </a:lnTo>
                  <a:lnTo>
                    <a:pt x="3458263" y="2945352"/>
                  </a:lnTo>
                  <a:lnTo>
                    <a:pt x="3471628" y="2901561"/>
                  </a:lnTo>
                  <a:lnTo>
                    <a:pt x="3481380" y="2856313"/>
                  </a:lnTo>
                  <a:lnTo>
                    <a:pt x="3487353" y="2809772"/>
                  </a:lnTo>
                  <a:lnTo>
                    <a:pt x="3489380" y="2762106"/>
                  </a:lnTo>
                  <a:lnTo>
                    <a:pt x="3489380" y="552436"/>
                  </a:lnTo>
                  <a:lnTo>
                    <a:pt x="3487353" y="504769"/>
                  </a:lnTo>
                  <a:lnTo>
                    <a:pt x="3481380" y="458229"/>
                  </a:lnTo>
                  <a:lnTo>
                    <a:pt x="3471628" y="412980"/>
                  </a:lnTo>
                  <a:lnTo>
                    <a:pt x="3458263" y="369189"/>
                  </a:lnTo>
                  <a:lnTo>
                    <a:pt x="3441450" y="327022"/>
                  </a:lnTo>
                  <a:lnTo>
                    <a:pt x="3421355" y="286644"/>
                  </a:lnTo>
                  <a:lnTo>
                    <a:pt x="3398145" y="248220"/>
                  </a:lnTo>
                  <a:lnTo>
                    <a:pt x="3371985" y="211918"/>
                  </a:lnTo>
                  <a:lnTo>
                    <a:pt x="3343040" y="177903"/>
                  </a:lnTo>
                  <a:lnTo>
                    <a:pt x="3311477" y="146340"/>
                  </a:lnTo>
                  <a:lnTo>
                    <a:pt x="3277462" y="117395"/>
                  </a:lnTo>
                  <a:lnTo>
                    <a:pt x="3241160" y="91235"/>
                  </a:lnTo>
                  <a:lnTo>
                    <a:pt x="3202736" y="68024"/>
                  </a:lnTo>
                  <a:lnTo>
                    <a:pt x="3162358" y="47930"/>
                  </a:lnTo>
                  <a:lnTo>
                    <a:pt x="3120191" y="31117"/>
                  </a:lnTo>
                  <a:lnTo>
                    <a:pt x="3076400" y="17752"/>
                  </a:lnTo>
                  <a:lnTo>
                    <a:pt x="3031151" y="8000"/>
                  </a:lnTo>
                  <a:lnTo>
                    <a:pt x="2984611" y="2027"/>
                  </a:lnTo>
                  <a:lnTo>
                    <a:pt x="2936944" y="0"/>
                  </a:lnTo>
                  <a:close/>
                </a:path>
              </a:pathLst>
            </a:custGeom>
            <a:solidFill>
              <a:srgbClr val="B9CDE5">
                <a:alpha val="1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48640" y="1340114"/>
              <a:ext cx="3489960" cy="3314700"/>
            </a:xfrm>
            <a:custGeom>
              <a:avLst/>
              <a:gdLst/>
              <a:ahLst/>
              <a:cxnLst/>
              <a:rect l="l" t="t" r="r" b="b"/>
              <a:pathLst>
                <a:path w="3489960" h="3314700">
                  <a:moveTo>
                    <a:pt x="0" y="552435"/>
                  </a:moveTo>
                  <a:lnTo>
                    <a:pt x="2027" y="504769"/>
                  </a:lnTo>
                  <a:lnTo>
                    <a:pt x="8000" y="458229"/>
                  </a:lnTo>
                  <a:lnTo>
                    <a:pt x="17752" y="412980"/>
                  </a:lnTo>
                  <a:lnTo>
                    <a:pt x="31117" y="369189"/>
                  </a:lnTo>
                  <a:lnTo>
                    <a:pt x="47930" y="327022"/>
                  </a:lnTo>
                  <a:lnTo>
                    <a:pt x="68024" y="286644"/>
                  </a:lnTo>
                  <a:lnTo>
                    <a:pt x="91235" y="248220"/>
                  </a:lnTo>
                  <a:lnTo>
                    <a:pt x="117395" y="211918"/>
                  </a:lnTo>
                  <a:lnTo>
                    <a:pt x="146340" y="177903"/>
                  </a:lnTo>
                  <a:lnTo>
                    <a:pt x="177903" y="146340"/>
                  </a:lnTo>
                  <a:lnTo>
                    <a:pt x="211918" y="117395"/>
                  </a:lnTo>
                  <a:lnTo>
                    <a:pt x="248220" y="91235"/>
                  </a:lnTo>
                  <a:lnTo>
                    <a:pt x="286643" y="68024"/>
                  </a:lnTo>
                  <a:lnTo>
                    <a:pt x="327022" y="47930"/>
                  </a:lnTo>
                  <a:lnTo>
                    <a:pt x="369189" y="31117"/>
                  </a:lnTo>
                  <a:lnTo>
                    <a:pt x="412980" y="17752"/>
                  </a:lnTo>
                  <a:lnTo>
                    <a:pt x="458229" y="8000"/>
                  </a:lnTo>
                  <a:lnTo>
                    <a:pt x="504769" y="2027"/>
                  </a:lnTo>
                  <a:lnTo>
                    <a:pt x="552435" y="0"/>
                  </a:lnTo>
                  <a:lnTo>
                    <a:pt x="2936945" y="0"/>
                  </a:lnTo>
                  <a:lnTo>
                    <a:pt x="2984611" y="2027"/>
                  </a:lnTo>
                  <a:lnTo>
                    <a:pt x="3031151" y="8000"/>
                  </a:lnTo>
                  <a:lnTo>
                    <a:pt x="3076400" y="17752"/>
                  </a:lnTo>
                  <a:lnTo>
                    <a:pt x="3120191" y="31117"/>
                  </a:lnTo>
                  <a:lnTo>
                    <a:pt x="3162358" y="47930"/>
                  </a:lnTo>
                  <a:lnTo>
                    <a:pt x="3202736" y="68024"/>
                  </a:lnTo>
                  <a:lnTo>
                    <a:pt x="3241160" y="91235"/>
                  </a:lnTo>
                  <a:lnTo>
                    <a:pt x="3277462" y="117395"/>
                  </a:lnTo>
                  <a:lnTo>
                    <a:pt x="3311477" y="146340"/>
                  </a:lnTo>
                  <a:lnTo>
                    <a:pt x="3343040" y="177903"/>
                  </a:lnTo>
                  <a:lnTo>
                    <a:pt x="3371985" y="211918"/>
                  </a:lnTo>
                  <a:lnTo>
                    <a:pt x="3398145" y="248220"/>
                  </a:lnTo>
                  <a:lnTo>
                    <a:pt x="3421356" y="286644"/>
                  </a:lnTo>
                  <a:lnTo>
                    <a:pt x="3441450" y="327022"/>
                  </a:lnTo>
                  <a:lnTo>
                    <a:pt x="3458263" y="369189"/>
                  </a:lnTo>
                  <a:lnTo>
                    <a:pt x="3471628" y="412980"/>
                  </a:lnTo>
                  <a:lnTo>
                    <a:pt x="3481380" y="458229"/>
                  </a:lnTo>
                  <a:lnTo>
                    <a:pt x="3487353" y="504769"/>
                  </a:lnTo>
                  <a:lnTo>
                    <a:pt x="3489381" y="552435"/>
                  </a:lnTo>
                  <a:lnTo>
                    <a:pt x="3489381" y="2762107"/>
                  </a:lnTo>
                  <a:lnTo>
                    <a:pt x="3487353" y="2809773"/>
                  </a:lnTo>
                  <a:lnTo>
                    <a:pt x="3481380" y="2856313"/>
                  </a:lnTo>
                  <a:lnTo>
                    <a:pt x="3471628" y="2901562"/>
                  </a:lnTo>
                  <a:lnTo>
                    <a:pt x="3458263" y="2945353"/>
                  </a:lnTo>
                  <a:lnTo>
                    <a:pt x="3441450" y="2987520"/>
                  </a:lnTo>
                  <a:lnTo>
                    <a:pt x="3421356" y="3027898"/>
                  </a:lnTo>
                  <a:lnTo>
                    <a:pt x="3398145" y="3066322"/>
                  </a:lnTo>
                  <a:lnTo>
                    <a:pt x="3371985" y="3102624"/>
                  </a:lnTo>
                  <a:lnTo>
                    <a:pt x="3343040" y="3136639"/>
                  </a:lnTo>
                  <a:lnTo>
                    <a:pt x="3311477" y="3168202"/>
                  </a:lnTo>
                  <a:lnTo>
                    <a:pt x="3277462" y="3197147"/>
                  </a:lnTo>
                  <a:lnTo>
                    <a:pt x="3241160" y="3223307"/>
                  </a:lnTo>
                  <a:lnTo>
                    <a:pt x="3202736" y="3246518"/>
                  </a:lnTo>
                  <a:lnTo>
                    <a:pt x="3162358" y="3266612"/>
                  </a:lnTo>
                  <a:lnTo>
                    <a:pt x="3120191" y="3283425"/>
                  </a:lnTo>
                  <a:lnTo>
                    <a:pt x="3076400" y="3296790"/>
                  </a:lnTo>
                  <a:lnTo>
                    <a:pt x="3031151" y="3306542"/>
                  </a:lnTo>
                  <a:lnTo>
                    <a:pt x="2984611" y="3312515"/>
                  </a:lnTo>
                  <a:lnTo>
                    <a:pt x="2936945" y="3314543"/>
                  </a:lnTo>
                  <a:lnTo>
                    <a:pt x="552435" y="3314543"/>
                  </a:lnTo>
                  <a:lnTo>
                    <a:pt x="504769" y="3312515"/>
                  </a:lnTo>
                  <a:lnTo>
                    <a:pt x="458229" y="3306542"/>
                  </a:lnTo>
                  <a:lnTo>
                    <a:pt x="412980" y="3296790"/>
                  </a:lnTo>
                  <a:lnTo>
                    <a:pt x="369189" y="3283425"/>
                  </a:lnTo>
                  <a:lnTo>
                    <a:pt x="327022" y="3266612"/>
                  </a:lnTo>
                  <a:lnTo>
                    <a:pt x="286643" y="3246518"/>
                  </a:lnTo>
                  <a:lnTo>
                    <a:pt x="248220" y="3223307"/>
                  </a:lnTo>
                  <a:lnTo>
                    <a:pt x="211918" y="3197147"/>
                  </a:lnTo>
                  <a:lnTo>
                    <a:pt x="177903" y="3168202"/>
                  </a:lnTo>
                  <a:lnTo>
                    <a:pt x="146340" y="3136639"/>
                  </a:lnTo>
                  <a:lnTo>
                    <a:pt x="117395" y="3102624"/>
                  </a:lnTo>
                  <a:lnTo>
                    <a:pt x="91235" y="3066322"/>
                  </a:lnTo>
                  <a:lnTo>
                    <a:pt x="68024" y="3027898"/>
                  </a:lnTo>
                  <a:lnTo>
                    <a:pt x="47930" y="2987520"/>
                  </a:lnTo>
                  <a:lnTo>
                    <a:pt x="31117" y="2945353"/>
                  </a:lnTo>
                  <a:lnTo>
                    <a:pt x="17752" y="2901562"/>
                  </a:lnTo>
                  <a:lnTo>
                    <a:pt x="8000" y="2856313"/>
                  </a:lnTo>
                  <a:lnTo>
                    <a:pt x="2027" y="2809773"/>
                  </a:lnTo>
                  <a:lnTo>
                    <a:pt x="0" y="2762107"/>
                  </a:lnTo>
                  <a:lnTo>
                    <a:pt x="0" y="552435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7380" y="1923027"/>
              <a:ext cx="76166" cy="16550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3435999" y="1508977"/>
              <a:ext cx="423545" cy="414655"/>
            </a:xfrm>
            <a:custGeom>
              <a:avLst/>
              <a:gdLst/>
              <a:ahLst/>
              <a:cxnLst/>
              <a:rect l="l" t="t" r="r" b="b"/>
              <a:pathLst>
                <a:path w="423545" h="414655">
                  <a:moveTo>
                    <a:pt x="211687" y="0"/>
                  </a:moveTo>
                  <a:lnTo>
                    <a:pt x="163149" y="5467"/>
                  </a:lnTo>
                  <a:lnTo>
                    <a:pt x="118592" y="21042"/>
                  </a:lnTo>
                  <a:lnTo>
                    <a:pt x="79287" y="45481"/>
                  </a:lnTo>
                  <a:lnTo>
                    <a:pt x="46505" y="77541"/>
                  </a:lnTo>
                  <a:lnTo>
                    <a:pt x="21516" y="115980"/>
                  </a:lnTo>
                  <a:lnTo>
                    <a:pt x="5590" y="159556"/>
                  </a:lnTo>
                  <a:lnTo>
                    <a:pt x="0" y="207025"/>
                  </a:lnTo>
                  <a:lnTo>
                    <a:pt x="5590" y="254494"/>
                  </a:lnTo>
                  <a:lnTo>
                    <a:pt x="21516" y="298069"/>
                  </a:lnTo>
                  <a:lnTo>
                    <a:pt x="46505" y="336508"/>
                  </a:lnTo>
                  <a:lnTo>
                    <a:pt x="79287" y="368569"/>
                  </a:lnTo>
                  <a:lnTo>
                    <a:pt x="118592" y="393008"/>
                  </a:lnTo>
                  <a:lnTo>
                    <a:pt x="163149" y="408582"/>
                  </a:lnTo>
                  <a:lnTo>
                    <a:pt x="211687" y="414050"/>
                  </a:lnTo>
                  <a:lnTo>
                    <a:pt x="260225" y="408582"/>
                  </a:lnTo>
                  <a:lnTo>
                    <a:pt x="304782" y="393008"/>
                  </a:lnTo>
                  <a:lnTo>
                    <a:pt x="344087" y="368569"/>
                  </a:lnTo>
                  <a:lnTo>
                    <a:pt x="376870" y="336508"/>
                  </a:lnTo>
                  <a:lnTo>
                    <a:pt x="401859" y="298069"/>
                  </a:lnTo>
                  <a:lnTo>
                    <a:pt x="417785" y="254494"/>
                  </a:lnTo>
                  <a:lnTo>
                    <a:pt x="423376" y="207025"/>
                  </a:lnTo>
                  <a:lnTo>
                    <a:pt x="417785" y="159556"/>
                  </a:lnTo>
                  <a:lnTo>
                    <a:pt x="401859" y="115980"/>
                  </a:lnTo>
                  <a:lnTo>
                    <a:pt x="376870" y="77541"/>
                  </a:lnTo>
                  <a:lnTo>
                    <a:pt x="344087" y="45481"/>
                  </a:lnTo>
                  <a:lnTo>
                    <a:pt x="304782" y="21042"/>
                  </a:lnTo>
                  <a:lnTo>
                    <a:pt x="260225" y="5467"/>
                  </a:lnTo>
                  <a:lnTo>
                    <a:pt x="211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435999" y="1508977"/>
              <a:ext cx="423545" cy="414655"/>
            </a:xfrm>
            <a:custGeom>
              <a:avLst/>
              <a:gdLst/>
              <a:ahLst/>
              <a:cxnLst/>
              <a:rect l="l" t="t" r="r" b="b"/>
              <a:pathLst>
                <a:path w="423545" h="414655">
                  <a:moveTo>
                    <a:pt x="0" y="207025"/>
                  </a:moveTo>
                  <a:lnTo>
                    <a:pt x="5590" y="159556"/>
                  </a:lnTo>
                  <a:lnTo>
                    <a:pt x="21516" y="115980"/>
                  </a:lnTo>
                  <a:lnTo>
                    <a:pt x="46505" y="77541"/>
                  </a:lnTo>
                  <a:lnTo>
                    <a:pt x="79287" y="45481"/>
                  </a:lnTo>
                  <a:lnTo>
                    <a:pt x="118592" y="21042"/>
                  </a:lnTo>
                  <a:lnTo>
                    <a:pt x="163149" y="5467"/>
                  </a:lnTo>
                  <a:lnTo>
                    <a:pt x="211688" y="0"/>
                  </a:lnTo>
                  <a:lnTo>
                    <a:pt x="260226" y="5467"/>
                  </a:lnTo>
                  <a:lnTo>
                    <a:pt x="304783" y="21042"/>
                  </a:lnTo>
                  <a:lnTo>
                    <a:pt x="344088" y="45481"/>
                  </a:lnTo>
                  <a:lnTo>
                    <a:pt x="376870" y="77541"/>
                  </a:lnTo>
                  <a:lnTo>
                    <a:pt x="401859" y="115980"/>
                  </a:lnTo>
                  <a:lnTo>
                    <a:pt x="417785" y="159556"/>
                  </a:lnTo>
                  <a:lnTo>
                    <a:pt x="423376" y="207025"/>
                  </a:lnTo>
                  <a:lnTo>
                    <a:pt x="417785" y="254494"/>
                  </a:lnTo>
                  <a:lnTo>
                    <a:pt x="401859" y="298070"/>
                  </a:lnTo>
                  <a:lnTo>
                    <a:pt x="376870" y="336509"/>
                  </a:lnTo>
                  <a:lnTo>
                    <a:pt x="344088" y="368569"/>
                  </a:lnTo>
                  <a:lnTo>
                    <a:pt x="304783" y="393008"/>
                  </a:lnTo>
                  <a:lnTo>
                    <a:pt x="260226" y="408583"/>
                  </a:lnTo>
                  <a:lnTo>
                    <a:pt x="211688" y="414051"/>
                  </a:lnTo>
                  <a:lnTo>
                    <a:pt x="163149" y="408583"/>
                  </a:lnTo>
                  <a:lnTo>
                    <a:pt x="118592" y="393008"/>
                  </a:lnTo>
                  <a:lnTo>
                    <a:pt x="79287" y="368569"/>
                  </a:lnTo>
                  <a:lnTo>
                    <a:pt x="46505" y="336509"/>
                  </a:lnTo>
                  <a:lnTo>
                    <a:pt x="21516" y="298070"/>
                  </a:lnTo>
                  <a:lnTo>
                    <a:pt x="5590" y="254494"/>
                  </a:lnTo>
                  <a:lnTo>
                    <a:pt x="0" y="2070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8546" y="1670870"/>
              <a:ext cx="91764" cy="102562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314292" y="649985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dirty="0" spc="-55"/>
              <a:t> </a:t>
            </a:r>
            <a:r>
              <a:rPr dirty="0" spc="-10"/>
              <a:t>Encoder-</a:t>
            </a:r>
            <a:r>
              <a:rPr dirty="0"/>
              <a:t>Decoder</a:t>
            </a:r>
            <a:r>
              <a:rPr dirty="0" spc="-60"/>
              <a:t> </a:t>
            </a:r>
            <a:r>
              <a:rPr dirty="0" spc="-10"/>
              <a:t>model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71709" y="5846572"/>
            <a:ext cx="5132070" cy="52260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98450" marR="5080" indent="-285750">
              <a:lnSpc>
                <a:spcPct val="103699"/>
              </a:lnSpc>
              <a:spcBef>
                <a:spcPts val="25"/>
              </a:spcBef>
            </a:pPr>
            <a:r>
              <a:rPr dirty="0" sz="1600">
                <a:latin typeface="Wingdings"/>
                <a:cs typeface="Wingdings"/>
              </a:rPr>
              <a:t>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rebuchet MS"/>
                <a:cs typeface="Trebuchet MS"/>
              </a:rPr>
              <a:t>Static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context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vector(</a:t>
            </a:r>
            <a:r>
              <a:rPr dirty="0" sz="1600">
                <a:latin typeface="Helvetica Neue World"/>
                <a:cs typeface="Helvetica Neue World"/>
              </a:rPr>
              <a:t>c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leads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loss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of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information, </a:t>
            </a:r>
            <a:r>
              <a:rPr dirty="0" sz="1600">
                <a:latin typeface="Trebuchet MS"/>
                <a:cs typeface="Trebuchet MS"/>
              </a:rPr>
              <a:t>especially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long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sentences.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171733" y="6445095"/>
            <a:ext cx="6748145" cy="400685"/>
          </a:xfrm>
          <a:custGeom>
            <a:avLst/>
            <a:gdLst/>
            <a:ahLst/>
            <a:cxnLst/>
            <a:rect l="l" t="t" r="r" b="b"/>
            <a:pathLst>
              <a:path w="6748145" h="400684">
                <a:moveTo>
                  <a:pt x="6747659" y="0"/>
                </a:moveTo>
                <a:lnTo>
                  <a:pt x="0" y="0"/>
                </a:lnTo>
                <a:lnTo>
                  <a:pt x="0" y="400109"/>
                </a:lnTo>
                <a:lnTo>
                  <a:pt x="6747659" y="400109"/>
                </a:lnTo>
                <a:lnTo>
                  <a:pt x="67476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250472" y="6477508"/>
            <a:ext cx="59886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rebuchet MS"/>
                <a:cs typeface="Trebuchet MS"/>
              </a:rPr>
              <a:t>Kyunghyun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Cho,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Bart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van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Merrienboer,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Caglar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Gulcehre,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Fethi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Bougares,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Holger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Schwenk,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Yoshua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Bengio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50472" y="6629907"/>
            <a:ext cx="6375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rebuchet MS"/>
                <a:cs typeface="Trebuchet MS"/>
              </a:rPr>
              <a:t>"Learning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Phrase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Representations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using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RNN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Encoder–Decoder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for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Statistical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Machine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Translation.”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EMNLP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2014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97441" y="4816926"/>
            <a:ext cx="3666712" cy="1528664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93330" y="4803486"/>
            <a:ext cx="1524402" cy="225272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904384" y="1481328"/>
            <a:ext cx="560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4F81BD"/>
                </a:solidFill>
                <a:latin typeface="Trebuchet MS"/>
                <a:cs typeface="Trebuchet MS"/>
              </a:rPr>
              <a:t>Encoder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04999" y="1492698"/>
            <a:ext cx="508634" cy="2294890"/>
            <a:chOff x="5804999" y="1492698"/>
            <a:chExt cx="508634" cy="2294890"/>
          </a:xfrm>
        </p:grpSpPr>
        <p:sp>
          <p:nvSpPr>
            <p:cNvPr id="36" name="object 36" descr=""/>
            <p:cNvSpPr/>
            <p:nvPr/>
          </p:nvSpPr>
          <p:spPr>
            <a:xfrm>
              <a:off x="5827095" y="1505397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827095" y="1505398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817699" y="2162859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5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817699" y="2162859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5" h="1611629">
                  <a:moveTo>
                    <a:pt x="0" y="0"/>
                  </a:moveTo>
                  <a:lnTo>
                    <a:pt x="482814" y="0"/>
                  </a:lnTo>
                  <a:lnTo>
                    <a:pt x="482814" y="1611490"/>
                  </a:lnTo>
                  <a:lnTo>
                    <a:pt x="0" y="161149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5896439" y="2805684"/>
            <a:ext cx="295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3859374" y="1492698"/>
            <a:ext cx="3247390" cy="2679700"/>
            <a:chOff x="3859374" y="1492698"/>
            <a:chExt cx="3247390" cy="2679700"/>
          </a:xfrm>
        </p:grpSpPr>
        <p:sp>
          <p:nvSpPr>
            <p:cNvPr id="42" name="object 42" descr=""/>
            <p:cNvSpPr/>
            <p:nvPr/>
          </p:nvSpPr>
          <p:spPr>
            <a:xfrm>
              <a:off x="5536714" y="2929288"/>
              <a:ext cx="281305" cy="76200"/>
            </a:xfrm>
            <a:custGeom>
              <a:avLst/>
              <a:gdLst/>
              <a:ahLst/>
              <a:cxnLst/>
              <a:rect l="l" t="t" r="r" b="b"/>
              <a:pathLst>
                <a:path w="281304" h="76200">
                  <a:moveTo>
                    <a:pt x="205405" y="0"/>
                  </a:moveTo>
                  <a:lnTo>
                    <a:pt x="204924" y="30050"/>
                  </a:lnTo>
                  <a:lnTo>
                    <a:pt x="204871" y="33333"/>
                  </a:lnTo>
                  <a:lnTo>
                    <a:pt x="217570" y="33536"/>
                  </a:lnTo>
                  <a:lnTo>
                    <a:pt x="217476" y="39316"/>
                  </a:lnTo>
                  <a:lnTo>
                    <a:pt x="217416" y="43060"/>
                  </a:lnTo>
                  <a:lnTo>
                    <a:pt x="204715" y="43060"/>
                  </a:lnTo>
                  <a:lnTo>
                    <a:pt x="204184" y="76189"/>
                  </a:lnTo>
                  <a:lnTo>
                    <a:pt x="273186" y="43060"/>
                  </a:lnTo>
                  <a:lnTo>
                    <a:pt x="217416" y="43060"/>
                  </a:lnTo>
                  <a:lnTo>
                    <a:pt x="204718" y="42857"/>
                  </a:lnTo>
                  <a:lnTo>
                    <a:pt x="273610" y="42857"/>
                  </a:lnTo>
                  <a:lnTo>
                    <a:pt x="280984" y="39316"/>
                  </a:lnTo>
                  <a:lnTo>
                    <a:pt x="205405" y="0"/>
                  </a:lnTo>
                  <a:close/>
                </a:path>
                <a:path w="281304" h="76200">
                  <a:moveTo>
                    <a:pt x="204871" y="33333"/>
                  </a:moveTo>
                  <a:lnTo>
                    <a:pt x="204775" y="39316"/>
                  </a:lnTo>
                  <a:lnTo>
                    <a:pt x="204718" y="42857"/>
                  </a:lnTo>
                  <a:lnTo>
                    <a:pt x="217416" y="43060"/>
                  </a:lnTo>
                  <a:lnTo>
                    <a:pt x="217476" y="39316"/>
                  </a:lnTo>
                  <a:lnTo>
                    <a:pt x="217570" y="33536"/>
                  </a:lnTo>
                  <a:lnTo>
                    <a:pt x="204871" y="33333"/>
                  </a:lnTo>
                  <a:close/>
                </a:path>
                <a:path w="281304" h="76200">
                  <a:moveTo>
                    <a:pt x="152" y="30050"/>
                  </a:moveTo>
                  <a:lnTo>
                    <a:pt x="99" y="33333"/>
                  </a:lnTo>
                  <a:lnTo>
                    <a:pt x="0" y="39574"/>
                  </a:lnTo>
                  <a:lnTo>
                    <a:pt x="204718" y="42857"/>
                  </a:lnTo>
                  <a:lnTo>
                    <a:pt x="204775" y="39316"/>
                  </a:lnTo>
                  <a:lnTo>
                    <a:pt x="204871" y="33333"/>
                  </a:lnTo>
                  <a:lnTo>
                    <a:pt x="152" y="30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1006" y="1951898"/>
              <a:ext cx="76200" cy="21096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78954" y="1673519"/>
              <a:ext cx="191019" cy="14651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859364" y="1709813"/>
              <a:ext cx="2238375" cy="2462530"/>
            </a:xfrm>
            <a:custGeom>
              <a:avLst/>
              <a:gdLst/>
              <a:ahLst/>
              <a:cxnLst/>
              <a:rect l="l" t="t" r="r" b="b"/>
              <a:pathLst>
                <a:path w="2238375" h="2462529">
                  <a:moveTo>
                    <a:pt x="1689366" y="14719"/>
                  </a:moveTo>
                  <a:lnTo>
                    <a:pt x="1688985" y="14262"/>
                  </a:lnTo>
                  <a:lnTo>
                    <a:pt x="1686153" y="10909"/>
                  </a:lnTo>
                  <a:lnTo>
                    <a:pt x="1685505" y="10147"/>
                  </a:lnTo>
                  <a:lnTo>
                    <a:pt x="1683537" y="7823"/>
                  </a:lnTo>
                  <a:lnTo>
                    <a:pt x="1683245" y="7556"/>
                  </a:lnTo>
                  <a:lnTo>
                    <a:pt x="1675612" y="2057"/>
                  </a:lnTo>
                  <a:lnTo>
                    <a:pt x="1675053" y="1803"/>
                  </a:lnTo>
                  <a:lnTo>
                    <a:pt x="1667611" y="0"/>
                  </a:lnTo>
                  <a:lnTo>
                    <a:pt x="1665363" y="9258"/>
                  </a:lnTo>
                  <a:lnTo>
                    <a:pt x="1671307" y="10693"/>
                  </a:lnTo>
                  <a:lnTo>
                    <a:pt x="1676895" y="14719"/>
                  </a:lnTo>
                  <a:lnTo>
                    <a:pt x="1677377" y="15062"/>
                  </a:lnTo>
                  <a:lnTo>
                    <a:pt x="1676996" y="14719"/>
                  </a:lnTo>
                  <a:lnTo>
                    <a:pt x="1689366" y="14719"/>
                  </a:lnTo>
                  <a:close/>
                </a:path>
                <a:path w="2238375" h="2462529">
                  <a:moveTo>
                    <a:pt x="2237829" y="2140737"/>
                  </a:moveTo>
                  <a:lnTo>
                    <a:pt x="2231479" y="2128037"/>
                  </a:lnTo>
                  <a:lnTo>
                    <a:pt x="2199754" y="2064600"/>
                  </a:lnTo>
                  <a:lnTo>
                    <a:pt x="2148700" y="2132761"/>
                  </a:lnTo>
                  <a:lnTo>
                    <a:pt x="2164207" y="2135568"/>
                  </a:lnTo>
                  <a:lnTo>
                    <a:pt x="2161629" y="2140737"/>
                  </a:lnTo>
                  <a:lnTo>
                    <a:pt x="2180107" y="2140737"/>
                  </a:lnTo>
                  <a:lnTo>
                    <a:pt x="2178723" y="2146300"/>
                  </a:lnTo>
                  <a:lnTo>
                    <a:pt x="2178735" y="2146554"/>
                  </a:lnTo>
                  <a:lnTo>
                    <a:pt x="2160016" y="2184489"/>
                  </a:lnTo>
                  <a:lnTo>
                    <a:pt x="2135708" y="2218486"/>
                  </a:lnTo>
                  <a:lnTo>
                    <a:pt x="2107019" y="2247163"/>
                  </a:lnTo>
                  <a:lnTo>
                    <a:pt x="2075116" y="2269210"/>
                  </a:lnTo>
                  <a:lnTo>
                    <a:pt x="2023859" y="2287092"/>
                  </a:lnTo>
                  <a:lnTo>
                    <a:pt x="2006333" y="2288362"/>
                  </a:lnTo>
                  <a:lnTo>
                    <a:pt x="2000580" y="2287308"/>
                  </a:lnTo>
                  <a:lnTo>
                    <a:pt x="1978113" y="2269998"/>
                  </a:lnTo>
                  <a:lnTo>
                    <a:pt x="1973973" y="2264892"/>
                  </a:lnTo>
                  <a:lnTo>
                    <a:pt x="1947976" y="2215286"/>
                  </a:lnTo>
                  <a:lnTo>
                    <a:pt x="1931085" y="2168715"/>
                  </a:lnTo>
                  <a:lnTo>
                    <a:pt x="1914766" y="2112416"/>
                  </a:lnTo>
                  <a:lnTo>
                    <a:pt x="1899208" y="2047265"/>
                  </a:lnTo>
                  <a:lnTo>
                    <a:pt x="1884565" y="1974113"/>
                  </a:lnTo>
                  <a:lnTo>
                    <a:pt x="1877631" y="1934806"/>
                  </a:lnTo>
                  <a:lnTo>
                    <a:pt x="1870976" y="1893811"/>
                  </a:lnTo>
                  <a:lnTo>
                    <a:pt x="1864626" y="1851253"/>
                  </a:lnTo>
                  <a:lnTo>
                    <a:pt x="1858581" y="1807222"/>
                  </a:lnTo>
                  <a:lnTo>
                    <a:pt x="1852879" y="1761820"/>
                  </a:lnTo>
                  <a:lnTo>
                    <a:pt x="1847646" y="1716151"/>
                  </a:lnTo>
                  <a:lnTo>
                    <a:pt x="1842655" y="1668221"/>
                  </a:lnTo>
                  <a:lnTo>
                    <a:pt x="1833867" y="1569377"/>
                  </a:lnTo>
                  <a:lnTo>
                    <a:pt x="1833803" y="1568716"/>
                  </a:lnTo>
                  <a:lnTo>
                    <a:pt x="1826768" y="1467180"/>
                  </a:lnTo>
                  <a:lnTo>
                    <a:pt x="1821535" y="1362468"/>
                  </a:lnTo>
                  <a:lnTo>
                    <a:pt x="1818284" y="1256068"/>
                  </a:lnTo>
                  <a:lnTo>
                    <a:pt x="1817166" y="1148930"/>
                  </a:lnTo>
                  <a:lnTo>
                    <a:pt x="1816328" y="1041857"/>
                  </a:lnTo>
                  <a:lnTo>
                    <a:pt x="1813902" y="935634"/>
                  </a:lnTo>
                  <a:lnTo>
                    <a:pt x="1809965" y="831088"/>
                  </a:lnTo>
                  <a:lnTo>
                    <a:pt x="1804657" y="729043"/>
                  </a:lnTo>
                  <a:lnTo>
                    <a:pt x="1798053" y="630351"/>
                  </a:lnTo>
                  <a:lnTo>
                    <a:pt x="1794319" y="582523"/>
                  </a:lnTo>
                  <a:lnTo>
                    <a:pt x="1790293" y="535863"/>
                  </a:lnTo>
                  <a:lnTo>
                    <a:pt x="1786001" y="490448"/>
                  </a:lnTo>
                  <a:lnTo>
                    <a:pt x="1781467" y="446405"/>
                  </a:lnTo>
                  <a:lnTo>
                    <a:pt x="1776552" y="402678"/>
                  </a:lnTo>
                  <a:lnTo>
                    <a:pt x="1771535" y="361581"/>
                  </a:lnTo>
                  <a:lnTo>
                    <a:pt x="1766290" y="322160"/>
                  </a:lnTo>
                  <a:lnTo>
                    <a:pt x="1755216" y="248729"/>
                  </a:lnTo>
                  <a:lnTo>
                    <a:pt x="1743430" y="183235"/>
                  </a:lnTo>
                  <a:lnTo>
                    <a:pt x="1731035" y="126479"/>
                  </a:lnTo>
                  <a:lnTo>
                    <a:pt x="1718119" y="79260"/>
                  </a:lnTo>
                  <a:lnTo>
                    <a:pt x="1704708" y="42291"/>
                  </a:lnTo>
                  <a:lnTo>
                    <a:pt x="1689646" y="15062"/>
                  </a:lnTo>
                  <a:lnTo>
                    <a:pt x="1677377" y="15062"/>
                  </a:lnTo>
                  <a:lnTo>
                    <a:pt x="1677187" y="15062"/>
                  </a:lnTo>
                  <a:lnTo>
                    <a:pt x="1678622" y="16764"/>
                  </a:lnTo>
                  <a:lnTo>
                    <a:pt x="1682889" y="21717"/>
                  </a:lnTo>
                  <a:lnTo>
                    <a:pt x="1689646" y="32804"/>
                  </a:lnTo>
                  <a:lnTo>
                    <a:pt x="1709089" y="82283"/>
                  </a:lnTo>
                  <a:lnTo>
                    <a:pt x="1721815" y="128854"/>
                  </a:lnTo>
                  <a:lnTo>
                    <a:pt x="1734108" y="185166"/>
                  </a:lnTo>
                  <a:lnTo>
                    <a:pt x="1745818" y="250342"/>
                  </a:lnTo>
                  <a:lnTo>
                    <a:pt x="1756867" y="323519"/>
                  </a:lnTo>
                  <a:lnTo>
                    <a:pt x="1762086" y="362839"/>
                  </a:lnTo>
                  <a:lnTo>
                    <a:pt x="1767103" y="403834"/>
                  </a:lnTo>
                  <a:lnTo>
                    <a:pt x="1771777" y="445350"/>
                  </a:lnTo>
                  <a:lnTo>
                    <a:pt x="1776336" y="489470"/>
                  </a:lnTo>
                  <a:lnTo>
                    <a:pt x="1780654" y="534962"/>
                  </a:lnTo>
                  <a:lnTo>
                    <a:pt x="1784692" y="581710"/>
                  </a:lnTo>
                  <a:lnTo>
                    <a:pt x="1788452" y="629602"/>
                  </a:lnTo>
                  <a:lnTo>
                    <a:pt x="1795068" y="728408"/>
                  </a:lnTo>
                  <a:lnTo>
                    <a:pt x="1800415" y="830592"/>
                  </a:lnTo>
                  <a:lnTo>
                    <a:pt x="1804352" y="935278"/>
                  </a:lnTo>
                  <a:lnTo>
                    <a:pt x="1806803" y="1041641"/>
                  </a:lnTo>
                  <a:lnTo>
                    <a:pt x="1807641" y="1148930"/>
                  </a:lnTo>
                  <a:lnTo>
                    <a:pt x="1808759" y="1256068"/>
                  </a:lnTo>
                  <a:lnTo>
                    <a:pt x="1811985" y="1362176"/>
                  </a:lnTo>
                  <a:lnTo>
                    <a:pt x="1817204" y="1466697"/>
                  </a:lnTo>
                  <a:lnTo>
                    <a:pt x="1824253" y="1568716"/>
                  </a:lnTo>
                  <a:lnTo>
                    <a:pt x="1833003" y="1667383"/>
                  </a:lnTo>
                  <a:lnTo>
                    <a:pt x="1837956" y="1715173"/>
                  </a:lnTo>
                  <a:lnTo>
                    <a:pt x="1843303" y="1761820"/>
                  </a:lnTo>
                  <a:lnTo>
                    <a:pt x="1849132" y="1808403"/>
                  </a:lnTo>
                  <a:lnTo>
                    <a:pt x="1855190" y="1852549"/>
                  </a:lnTo>
                  <a:lnTo>
                    <a:pt x="1861553" y="1895221"/>
                  </a:lnTo>
                  <a:lnTo>
                    <a:pt x="1868233" y="1936330"/>
                  </a:lnTo>
                  <a:lnTo>
                    <a:pt x="1875180" y="1975764"/>
                  </a:lnTo>
                  <a:lnTo>
                    <a:pt x="1882406" y="2013432"/>
                  </a:lnTo>
                  <a:lnTo>
                    <a:pt x="1897595" y="2083015"/>
                  </a:lnTo>
                  <a:lnTo>
                    <a:pt x="1913661" y="2144255"/>
                  </a:lnTo>
                  <a:lnTo>
                    <a:pt x="1930450" y="2196350"/>
                  </a:lnTo>
                  <a:lnTo>
                    <a:pt x="1947887" y="2238514"/>
                  </a:lnTo>
                  <a:lnTo>
                    <a:pt x="1975218" y="2281529"/>
                  </a:lnTo>
                  <a:lnTo>
                    <a:pt x="1995906" y="2296172"/>
                  </a:lnTo>
                  <a:lnTo>
                    <a:pt x="1996135" y="2296172"/>
                  </a:lnTo>
                  <a:lnTo>
                    <a:pt x="2005571" y="2297900"/>
                  </a:lnTo>
                  <a:lnTo>
                    <a:pt x="2006409" y="2297900"/>
                  </a:lnTo>
                  <a:lnTo>
                    <a:pt x="2024545" y="2296591"/>
                  </a:lnTo>
                  <a:lnTo>
                    <a:pt x="2043188" y="2292680"/>
                  </a:lnTo>
                  <a:lnTo>
                    <a:pt x="2055342" y="2288463"/>
                  </a:lnTo>
                  <a:lnTo>
                    <a:pt x="2061464" y="2286343"/>
                  </a:lnTo>
                  <a:lnTo>
                    <a:pt x="2096401" y="2267204"/>
                  </a:lnTo>
                  <a:lnTo>
                    <a:pt x="2128266" y="2240597"/>
                  </a:lnTo>
                  <a:lnTo>
                    <a:pt x="2156002" y="2207920"/>
                  </a:lnTo>
                  <a:lnTo>
                    <a:pt x="2178507" y="2170493"/>
                  </a:lnTo>
                  <a:lnTo>
                    <a:pt x="2189937" y="2140737"/>
                  </a:lnTo>
                  <a:lnTo>
                    <a:pt x="2192871" y="2140737"/>
                  </a:lnTo>
                  <a:lnTo>
                    <a:pt x="2194966" y="2141118"/>
                  </a:lnTo>
                  <a:lnTo>
                    <a:pt x="2194966" y="2452738"/>
                  </a:lnTo>
                  <a:lnTo>
                    <a:pt x="612330" y="2452738"/>
                  </a:lnTo>
                  <a:lnTo>
                    <a:pt x="612330" y="10960"/>
                  </a:lnTo>
                  <a:lnTo>
                    <a:pt x="612330" y="6197"/>
                  </a:lnTo>
                  <a:lnTo>
                    <a:pt x="612330" y="3568"/>
                  </a:lnTo>
                  <a:lnTo>
                    <a:pt x="610196" y="1435"/>
                  </a:lnTo>
                  <a:lnTo>
                    <a:pt x="0" y="1435"/>
                  </a:lnTo>
                  <a:lnTo>
                    <a:pt x="0" y="10960"/>
                  </a:lnTo>
                  <a:lnTo>
                    <a:pt x="602805" y="10960"/>
                  </a:lnTo>
                  <a:lnTo>
                    <a:pt x="602805" y="2460129"/>
                  </a:lnTo>
                  <a:lnTo>
                    <a:pt x="604939" y="2462263"/>
                  </a:lnTo>
                  <a:lnTo>
                    <a:pt x="2202370" y="2462263"/>
                  </a:lnTo>
                  <a:lnTo>
                    <a:pt x="2204491" y="2460129"/>
                  </a:lnTo>
                  <a:lnTo>
                    <a:pt x="2204491" y="2457500"/>
                  </a:lnTo>
                  <a:lnTo>
                    <a:pt x="2204491" y="2452738"/>
                  </a:lnTo>
                  <a:lnTo>
                    <a:pt x="2204491" y="2142845"/>
                  </a:lnTo>
                  <a:lnTo>
                    <a:pt x="2223693" y="2146300"/>
                  </a:lnTo>
                  <a:lnTo>
                    <a:pt x="2222055" y="2140737"/>
                  </a:lnTo>
                  <a:lnTo>
                    <a:pt x="2237829" y="2140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72023" y="2263622"/>
              <a:ext cx="179781" cy="13369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636241" y="1505397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636241" y="1505398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611139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4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611139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4" h="1611629">
                  <a:moveTo>
                    <a:pt x="0" y="0"/>
                  </a:moveTo>
                  <a:lnTo>
                    <a:pt x="482814" y="0"/>
                  </a:lnTo>
                  <a:lnTo>
                    <a:pt x="482814" y="1611490"/>
                  </a:lnTo>
                  <a:lnTo>
                    <a:pt x="0" y="161149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6689880" y="2799588"/>
            <a:ext cx="295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3859374" y="1485449"/>
            <a:ext cx="4441825" cy="2691130"/>
            <a:chOff x="3859374" y="1485449"/>
            <a:chExt cx="4441825" cy="2691130"/>
          </a:xfrm>
        </p:grpSpPr>
        <p:sp>
          <p:nvSpPr>
            <p:cNvPr id="53" name="object 53" descr=""/>
            <p:cNvSpPr/>
            <p:nvPr/>
          </p:nvSpPr>
          <p:spPr>
            <a:xfrm>
              <a:off x="6300444" y="2927111"/>
              <a:ext cx="311150" cy="76200"/>
            </a:xfrm>
            <a:custGeom>
              <a:avLst/>
              <a:gdLst/>
              <a:ahLst/>
              <a:cxnLst/>
              <a:rect l="l" t="t" r="r" b="b"/>
              <a:pathLst>
                <a:path w="311150" h="76200">
                  <a:moveTo>
                    <a:pt x="302724" y="33149"/>
                  </a:moveTo>
                  <a:lnTo>
                    <a:pt x="247133" y="33149"/>
                  </a:lnTo>
                  <a:lnTo>
                    <a:pt x="247184" y="36732"/>
                  </a:lnTo>
                  <a:lnTo>
                    <a:pt x="247270" y="42673"/>
                  </a:lnTo>
                  <a:lnTo>
                    <a:pt x="234572" y="42857"/>
                  </a:lnTo>
                  <a:lnTo>
                    <a:pt x="235055" y="76191"/>
                  </a:lnTo>
                  <a:lnTo>
                    <a:pt x="310695" y="36991"/>
                  </a:lnTo>
                  <a:lnTo>
                    <a:pt x="302724" y="33149"/>
                  </a:lnTo>
                  <a:close/>
                </a:path>
                <a:path w="311150" h="76200">
                  <a:moveTo>
                    <a:pt x="234433" y="33333"/>
                  </a:moveTo>
                  <a:lnTo>
                    <a:pt x="0" y="36732"/>
                  </a:lnTo>
                  <a:lnTo>
                    <a:pt x="86" y="42673"/>
                  </a:lnTo>
                  <a:lnTo>
                    <a:pt x="138" y="46257"/>
                  </a:lnTo>
                  <a:lnTo>
                    <a:pt x="234572" y="42857"/>
                  </a:lnTo>
                  <a:lnTo>
                    <a:pt x="234483" y="36732"/>
                  </a:lnTo>
                  <a:lnTo>
                    <a:pt x="234433" y="33333"/>
                  </a:lnTo>
                  <a:close/>
                </a:path>
                <a:path w="311150" h="76200">
                  <a:moveTo>
                    <a:pt x="247133" y="33149"/>
                  </a:moveTo>
                  <a:lnTo>
                    <a:pt x="234433" y="33333"/>
                  </a:lnTo>
                  <a:lnTo>
                    <a:pt x="234483" y="36732"/>
                  </a:lnTo>
                  <a:lnTo>
                    <a:pt x="234572" y="42857"/>
                  </a:lnTo>
                  <a:lnTo>
                    <a:pt x="247270" y="42673"/>
                  </a:lnTo>
                  <a:lnTo>
                    <a:pt x="247184" y="36732"/>
                  </a:lnTo>
                  <a:lnTo>
                    <a:pt x="247133" y="33149"/>
                  </a:lnTo>
                  <a:close/>
                </a:path>
                <a:path w="311150" h="76200">
                  <a:moveTo>
                    <a:pt x="233950" y="0"/>
                  </a:moveTo>
                  <a:lnTo>
                    <a:pt x="234431" y="33149"/>
                  </a:lnTo>
                  <a:lnTo>
                    <a:pt x="234433" y="33333"/>
                  </a:lnTo>
                  <a:lnTo>
                    <a:pt x="247133" y="33149"/>
                  </a:lnTo>
                  <a:lnTo>
                    <a:pt x="302724" y="33149"/>
                  </a:lnTo>
                  <a:lnTo>
                    <a:pt x="233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446" y="1947395"/>
              <a:ext cx="76200" cy="21096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58468" y="1678022"/>
              <a:ext cx="191019" cy="14651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859364" y="1711248"/>
              <a:ext cx="3031490" cy="2465070"/>
            </a:xfrm>
            <a:custGeom>
              <a:avLst/>
              <a:gdLst/>
              <a:ahLst/>
              <a:cxnLst/>
              <a:rect l="l" t="t" r="r" b="b"/>
              <a:pathLst>
                <a:path w="3031490" h="2465070">
                  <a:moveTo>
                    <a:pt x="2437955" y="43815"/>
                  </a:moveTo>
                  <a:lnTo>
                    <a:pt x="2437549" y="43408"/>
                  </a:lnTo>
                  <a:lnTo>
                    <a:pt x="2434005" y="39916"/>
                  </a:lnTo>
                  <a:lnTo>
                    <a:pt x="2433421" y="39331"/>
                  </a:lnTo>
                  <a:lnTo>
                    <a:pt x="2412365" y="28968"/>
                  </a:lnTo>
                  <a:lnTo>
                    <a:pt x="2410472" y="38303"/>
                  </a:lnTo>
                  <a:lnTo>
                    <a:pt x="2417648" y="39751"/>
                  </a:lnTo>
                  <a:lnTo>
                    <a:pt x="2424417" y="43815"/>
                  </a:lnTo>
                  <a:lnTo>
                    <a:pt x="2424900" y="44107"/>
                  </a:lnTo>
                  <a:lnTo>
                    <a:pt x="2424519" y="43815"/>
                  </a:lnTo>
                  <a:lnTo>
                    <a:pt x="2437955" y="43815"/>
                  </a:lnTo>
                  <a:close/>
                </a:path>
                <a:path w="3031490" h="2465070">
                  <a:moveTo>
                    <a:pt x="3031274" y="2134806"/>
                  </a:moveTo>
                  <a:lnTo>
                    <a:pt x="3024924" y="2122106"/>
                  </a:lnTo>
                  <a:lnTo>
                    <a:pt x="2993174" y="2058606"/>
                  </a:lnTo>
                  <a:lnTo>
                    <a:pt x="2938932" y="2124303"/>
                  </a:lnTo>
                  <a:lnTo>
                    <a:pt x="2958109" y="2128723"/>
                  </a:lnTo>
                  <a:lnTo>
                    <a:pt x="2955074" y="2134806"/>
                  </a:lnTo>
                  <a:lnTo>
                    <a:pt x="2969818" y="2134806"/>
                  </a:lnTo>
                  <a:lnTo>
                    <a:pt x="2939199" y="2181974"/>
                  </a:lnTo>
                  <a:lnTo>
                    <a:pt x="2910903" y="2210346"/>
                  </a:lnTo>
                  <a:lnTo>
                    <a:pt x="2878493" y="2233384"/>
                  </a:lnTo>
                  <a:lnTo>
                    <a:pt x="2843238" y="2249894"/>
                  </a:lnTo>
                  <a:lnTo>
                    <a:pt x="2806065" y="2258758"/>
                  </a:lnTo>
                  <a:lnTo>
                    <a:pt x="2805493" y="2258758"/>
                  </a:lnTo>
                  <a:lnTo>
                    <a:pt x="2787624" y="2259863"/>
                  </a:lnTo>
                  <a:lnTo>
                    <a:pt x="2781109" y="2258758"/>
                  </a:lnTo>
                  <a:lnTo>
                    <a:pt x="2779230" y="2258453"/>
                  </a:lnTo>
                  <a:lnTo>
                    <a:pt x="2771406" y="2254554"/>
                  </a:lnTo>
                  <a:lnTo>
                    <a:pt x="2770721" y="2254224"/>
                  </a:lnTo>
                  <a:lnTo>
                    <a:pt x="2770428" y="2253983"/>
                  </a:lnTo>
                  <a:lnTo>
                    <a:pt x="2761551" y="2246706"/>
                  </a:lnTo>
                  <a:lnTo>
                    <a:pt x="2757919" y="2242528"/>
                  </a:lnTo>
                  <a:lnTo>
                    <a:pt x="2752915" y="2236876"/>
                  </a:lnTo>
                  <a:lnTo>
                    <a:pt x="2743682" y="2223566"/>
                  </a:lnTo>
                  <a:lnTo>
                    <a:pt x="2725331" y="2188565"/>
                  </a:lnTo>
                  <a:lnTo>
                    <a:pt x="2707373" y="2143188"/>
                  </a:lnTo>
                  <a:lnTo>
                    <a:pt x="2690050" y="2088324"/>
                  </a:lnTo>
                  <a:lnTo>
                    <a:pt x="2673527" y="2024824"/>
                  </a:lnTo>
                  <a:lnTo>
                    <a:pt x="2657970" y="1953526"/>
                  </a:lnTo>
                  <a:lnTo>
                    <a:pt x="2650591" y="1915223"/>
                  </a:lnTo>
                  <a:lnTo>
                    <a:pt x="2643530" y="1875269"/>
                  </a:lnTo>
                  <a:lnTo>
                    <a:pt x="2636774" y="1833778"/>
                  </a:lnTo>
                  <a:lnTo>
                    <a:pt x="2630360" y="1790852"/>
                  </a:lnTo>
                  <a:lnTo>
                    <a:pt x="2624302" y="1746605"/>
                  </a:lnTo>
                  <a:lnTo>
                    <a:pt x="2618625" y="1701126"/>
                  </a:lnTo>
                  <a:lnTo>
                    <a:pt x="2613444" y="1655470"/>
                  </a:lnTo>
                  <a:lnTo>
                    <a:pt x="2604097" y="1559090"/>
                  </a:lnTo>
                  <a:lnTo>
                    <a:pt x="2596565" y="1459458"/>
                  </a:lnTo>
                  <a:lnTo>
                    <a:pt x="2590990" y="1357363"/>
                  </a:lnTo>
                  <a:lnTo>
                    <a:pt x="2587536" y="1253629"/>
                  </a:lnTo>
                  <a:lnTo>
                    <a:pt x="2586355" y="1149184"/>
                  </a:lnTo>
                  <a:lnTo>
                    <a:pt x="2585377" y="1044829"/>
                  </a:lnTo>
                  <a:lnTo>
                    <a:pt x="2582545" y="941285"/>
                  </a:lnTo>
                  <a:lnTo>
                    <a:pt x="2577960" y="839368"/>
                  </a:lnTo>
                  <a:lnTo>
                    <a:pt x="2571762" y="739914"/>
                  </a:lnTo>
                  <a:lnTo>
                    <a:pt x="2571724" y="739152"/>
                  </a:lnTo>
                  <a:lnTo>
                    <a:pt x="2564079" y="643712"/>
                  </a:lnTo>
                  <a:lnTo>
                    <a:pt x="2559723" y="597103"/>
                  </a:lnTo>
                  <a:lnTo>
                    <a:pt x="2555024" y="551611"/>
                  </a:lnTo>
                  <a:lnTo>
                    <a:pt x="2549893" y="506183"/>
                  </a:lnTo>
                  <a:lnTo>
                    <a:pt x="2544584" y="463156"/>
                  </a:lnTo>
                  <a:lnTo>
                    <a:pt x="2538984" y="421551"/>
                  </a:lnTo>
                  <a:lnTo>
                    <a:pt x="2533116" y="381482"/>
                  </a:lnTo>
                  <a:lnTo>
                    <a:pt x="2527008" y="343027"/>
                  </a:lnTo>
                  <a:lnTo>
                    <a:pt x="2514079" y="271424"/>
                  </a:lnTo>
                  <a:lnTo>
                    <a:pt x="2500338" y="207543"/>
                  </a:lnTo>
                  <a:lnTo>
                    <a:pt x="2485872" y="152184"/>
                  </a:lnTo>
                  <a:lnTo>
                    <a:pt x="2470785" y="106083"/>
                  </a:lnTo>
                  <a:lnTo>
                    <a:pt x="2455113" y="69989"/>
                  </a:lnTo>
                  <a:lnTo>
                    <a:pt x="2438247" y="44107"/>
                  </a:lnTo>
                  <a:lnTo>
                    <a:pt x="2424900" y="44107"/>
                  </a:lnTo>
                  <a:lnTo>
                    <a:pt x="2424709" y="44107"/>
                  </a:lnTo>
                  <a:lnTo>
                    <a:pt x="2454414" y="90805"/>
                  </a:lnTo>
                  <a:lnTo>
                    <a:pt x="2469413" y="131064"/>
                  </a:lnTo>
                  <a:lnTo>
                    <a:pt x="2484005" y="181279"/>
                  </a:lnTo>
                  <a:lnTo>
                    <a:pt x="2498013" y="240563"/>
                  </a:lnTo>
                  <a:lnTo>
                    <a:pt x="2511298" y="308076"/>
                  </a:lnTo>
                  <a:lnTo>
                    <a:pt x="2523718" y="382968"/>
                  </a:lnTo>
                  <a:lnTo>
                    <a:pt x="2529560" y="422935"/>
                  </a:lnTo>
                  <a:lnTo>
                    <a:pt x="2535148" y="464426"/>
                  </a:lnTo>
                  <a:lnTo>
                    <a:pt x="2540444" y="507352"/>
                  </a:lnTo>
                  <a:lnTo>
                    <a:pt x="2545334" y="550545"/>
                  </a:lnTo>
                  <a:lnTo>
                    <a:pt x="2550045" y="596125"/>
                  </a:lnTo>
                  <a:lnTo>
                    <a:pt x="2554440" y="642823"/>
                  </a:lnTo>
                  <a:lnTo>
                    <a:pt x="2562161" y="739152"/>
                  </a:lnTo>
                  <a:lnTo>
                    <a:pt x="2562225" y="739914"/>
                  </a:lnTo>
                  <a:lnTo>
                    <a:pt x="2568397" y="838784"/>
                  </a:lnTo>
                  <a:lnTo>
                    <a:pt x="2572994" y="940854"/>
                  </a:lnTo>
                  <a:lnTo>
                    <a:pt x="2575852" y="1044562"/>
                  </a:lnTo>
                  <a:lnTo>
                    <a:pt x="2576830" y="1149184"/>
                  </a:lnTo>
                  <a:lnTo>
                    <a:pt x="2578011" y="1253629"/>
                  </a:lnTo>
                  <a:lnTo>
                    <a:pt x="2581452" y="1357045"/>
                  </a:lnTo>
                  <a:lnTo>
                    <a:pt x="2586990" y="1458937"/>
                  </a:lnTo>
                  <a:lnTo>
                    <a:pt x="2594483" y="1558378"/>
                  </a:lnTo>
                  <a:lnTo>
                    <a:pt x="2594533" y="1559090"/>
                  </a:lnTo>
                  <a:lnTo>
                    <a:pt x="2603766" y="1654556"/>
                  </a:lnTo>
                  <a:lnTo>
                    <a:pt x="2609037" y="1701126"/>
                  </a:lnTo>
                  <a:lnTo>
                    <a:pt x="2614853" y="1747786"/>
                  </a:lnTo>
                  <a:lnTo>
                    <a:pt x="2620924" y="1792147"/>
                  </a:lnTo>
                  <a:lnTo>
                    <a:pt x="2627350" y="1835188"/>
                  </a:lnTo>
                  <a:lnTo>
                    <a:pt x="2634119" y="1876793"/>
                  </a:lnTo>
                  <a:lnTo>
                    <a:pt x="2641219" y="1916874"/>
                  </a:lnTo>
                  <a:lnTo>
                    <a:pt x="2648610" y="1955330"/>
                  </a:lnTo>
                  <a:lnTo>
                    <a:pt x="2664231" y="2026945"/>
                  </a:lnTo>
                  <a:lnTo>
                    <a:pt x="2680855" y="2090826"/>
                  </a:lnTo>
                  <a:lnTo>
                    <a:pt x="2698343" y="2146198"/>
                  </a:lnTo>
                  <a:lnTo>
                    <a:pt x="2716555" y="2192261"/>
                  </a:lnTo>
                  <a:lnTo>
                    <a:pt x="2735415" y="2228278"/>
                  </a:lnTo>
                  <a:lnTo>
                    <a:pt x="2765374" y="2262149"/>
                  </a:lnTo>
                  <a:lnTo>
                    <a:pt x="2776728" y="2267724"/>
                  </a:lnTo>
                  <a:lnTo>
                    <a:pt x="2776956" y="2267724"/>
                  </a:lnTo>
                  <a:lnTo>
                    <a:pt x="2786926" y="2269401"/>
                  </a:lnTo>
                  <a:lnTo>
                    <a:pt x="2787675" y="2269401"/>
                  </a:lnTo>
                  <a:lnTo>
                    <a:pt x="2806941" y="2268220"/>
                  </a:lnTo>
                  <a:lnTo>
                    <a:pt x="2845930" y="2259025"/>
                  </a:lnTo>
                  <a:lnTo>
                    <a:pt x="2882925" y="2241816"/>
                  </a:lnTo>
                  <a:lnTo>
                    <a:pt x="2916745" y="2217877"/>
                  </a:lnTo>
                  <a:lnTo>
                    <a:pt x="2946209" y="2188413"/>
                  </a:lnTo>
                  <a:lnTo>
                    <a:pt x="2970174" y="2154618"/>
                  </a:lnTo>
                  <a:lnTo>
                    <a:pt x="2980245" y="2134806"/>
                  </a:lnTo>
                  <a:lnTo>
                    <a:pt x="2984500" y="2134806"/>
                  </a:lnTo>
                  <a:lnTo>
                    <a:pt x="2988411" y="2135708"/>
                  </a:lnTo>
                  <a:lnTo>
                    <a:pt x="2988411" y="2455303"/>
                  </a:lnTo>
                  <a:lnTo>
                    <a:pt x="617016" y="2455303"/>
                  </a:lnTo>
                  <a:lnTo>
                    <a:pt x="617016" y="9525"/>
                  </a:lnTo>
                  <a:lnTo>
                    <a:pt x="617016" y="4762"/>
                  </a:lnTo>
                  <a:lnTo>
                    <a:pt x="617016" y="2133"/>
                  </a:lnTo>
                  <a:lnTo>
                    <a:pt x="614883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607491" y="9525"/>
                  </a:lnTo>
                  <a:lnTo>
                    <a:pt x="607491" y="2462695"/>
                  </a:lnTo>
                  <a:lnTo>
                    <a:pt x="609625" y="2464828"/>
                  </a:lnTo>
                  <a:lnTo>
                    <a:pt x="2995803" y="2464828"/>
                  </a:lnTo>
                  <a:lnTo>
                    <a:pt x="2997936" y="2462695"/>
                  </a:lnTo>
                  <a:lnTo>
                    <a:pt x="2997936" y="2460066"/>
                  </a:lnTo>
                  <a:lnTo>
                    <a:pt x="2997936" y="2455303"/>
                  </a:lnTo>
                  <a:lnTo>
                    <a:pt x="2997936" y="2137905"/>
                  </a:lnTo>
                  <a:lnTo>
                    <a:pt x="3013189" y="2141410"/>
                  </a:lnTo>
                  <a:lnTo>
                    <a:pt x="3011589" y="2134806"/>
                  </a:lnTo>
                  <a:lnTo>
                    <a:pt x="3031274" y="2134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8167" y="2263622"/>
              <a:ext cx="181654" cy="137361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7829604" y="1498148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829604" y="1498149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805691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4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805691" y="2158356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4" h="1611629">
                  <a:moveTo>
                    <a:pt x="0" y="0"/>
                  </a:moveTo>
                  <a:lnTo>
                    <a:pt x="482814" y="0"/>
                  </a:lnTo>
                  <a:lnTo>
                    <a:pt x="482814" y="1611490"/>
                  </a:lnTo>
                  <a:lnTo>
                    <a:pt x="0" y="161149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884431" y="2799588"/>
            <a:ext cx="295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7494995" y="1659707"/>
            <a:ext cx="728345" cy="1343660"/>
            <a:chOff x="7494995" y="1659707"/>
            <a:chExt cx="728345" cy="1343660"/>
          </a:xfrm>
        </p:grpSpPr>
        <p:sp>
          <p:nvSpPr>
            <p:cNvPr id="64" name="object 64" descr=""/>
            <p:cNvSpPr/>
            <p:nvPr/>
          </p:nvSpPr>
          <p:spPr>
            <a:xfrm>
              <a:off x="7494995" y="2927111"/>
              <a:ext cx="311150" cy="76200"/>
            </a:xfrm>
            <a:custGeom>
              <a:avLst/>
              <a:gdLst/>
              <a:ahLst/>
              <a:cxnLst/>
              <a:rect l="l" t="t" r="r" b="b"/>
              <a:pathLst>
                <a:path w="311150" h="76200">
                  <a:moveTo>
                    <a:pt x="302723" y="33149"/>
                  </a:moveTo>
                  <a:lnTo>
                    <a:pt x="247131" y="33149"/>
                  </a:lnTo>
                  <a:lnTo>
                    <a:pt x="247183" y="36732"/>
                  </a:lnTo>
                  <a:lnTo>
                    <a:pt x="247270" y="42673"/>
                  </a:lnTo>
                  <a:lnTo>
                    <a:pt x="234572" y="42857"/>
                  </a:lnTo>
                  <a:lnTo>
                    <a:pt x="235055" y="76191"/>
                  </a:lnTo>
                  <a:lnTo>
                    <a:pt x="310694" y="36991"/>
                  </a:lnTo>
                  <a:lnTo>
                    <a:pt x="302723" y="33149"/>
                  </a:lnTo>
                  <a:close/>
                </a:path>
                <a:path w="311150" h="76200">
                  <a:moveTo>
                    <a:pt x="234433" y="33333"/>
                  </a:moveTo>
                  <a:lnTo>
                    <a:pt x="0" y="36732"/>
                  </a:lnTo>
                  <a:lnTo>
                    <a:pt x="85" y="42673"/>
                  </a:lnTo>
                  <a:lnTo>
                    <a:pt x="137" y="46257"/>
                  </a:lnTo>
                  <a:lnTo>
                    <a:pt x="234572" y="42857"/>
                  </a:lnTo>
                  <a:lnTo>
                    <a:pt x="234483" y="36732"/>
                  </a:lnTo>
                  <a:lnTo>
                    <a:pt x="234433" y="33333"/>
                  </a:lnTo>
                  <a:close/>
                </a:path>
                <a:path w="311150" h="76200">
                  <a:moveTo>
                    <a:pt x="247131" y="33149"/>
                  </a:moveTo>
                  <a:lnTo>
                    <a:pt x="234433" y="33333"/>
                  </a:lnTo>
                  <a:lnTo>
                    <a:pt x="234483" y="36732"/>
                  </a:lnTo>
                  <a:lnTo>
                    <a:pt x="234572" y="42857"/>
                  </a:lnTo>
                  <a:lnTo>
                    <a:pt x="247270" y="42673"/>
                  </a:lnTo>
                  <a:lnTo>
                    <a:pt x="247183" y="36732"/>
                  </a:lnTo>
                  <a:lnTo>
                    <a:pt x="247131" y="33149"/>
                  </a:lnTo>
                  <a:close/>
                </a:path>
                <a:path w="311150" h="76200">
                  <a:moveTo>
                    <a:pt x="233950" y="0"/>
                  </a:moveTo>
                  <a:lnTo>
                    <a:pt x="234431" y="33149"/>
                  </a:lnTo>
                  <a:lnTo>
                    <a:pt x="234433" y="33333"/>
                  </a:lnTo>
                  <a:lnTo>
                    <a:pt x="247131" y="33149"/>
                  </a:lnTo>
                  <a:lnTo>
                    <a:pt x="302723" y="33149"/>
                  </a:lnTo>
                  <a:lnTo>
                    <a:pt x="233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8997" y="1947395"/>
              <a:ext cx="76200" cy="21096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36703" y="1659707"/>
              <a:ext cx="286528" cy="146519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7230757" y="2778252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…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649738" y="1709721"/>
            <a:ext cx="7562850" cy="2466975"/>
            <a:chOff x="649738" y="1709721"/>
            <a:chExt cx="7562850" cy="2466975"/>
          </a:xfrm>
        </p:grpSpPr>
        <p:sp>
          <p:nvSpPr>
            <p:cNvPr id="69" name="object 69" descr=""/>
            <p:cNvSpPr/>
            <p:nvPr/>
          </p:nvSpPr>
          <p:spPr>
            <a:xfrm>
              <a:off x="3859365" y="1709724"/>
              <a:ext cx="4225925" cy="2466975"/>
            </a:xfrm>
            <a:custGeom>
              <a:avLst/>
              <a:gdLst/>
              <a:ahLst/>
              <a:cxnLst/>
              <a:rect l="l" t="t" r="r" b="b"/>
              <a:pathLst>
                <a:path w="4225925" h="2466975">
                  <a:moveTo>
                    <a:pt x="3244939" y="12026"/>
                  </a:moveTo>
                  <a:lnTo>
                    <a:pt x="3244646" y="11734"/>
                  </a:lnTo>
                  <a:lnTo>
                    <a:pt x="3243097" y="10223"/>
                  </a:lnTo>
                  <a:lnTo>
                    <a:pt x="3242754" y="9880"/>
                  </a:lnTo>
                  <a:lnTo>
                    <a:pt x="3228327" y="965"/>
                  </a:lnTo>
                  <a:lnTo>
                    <a:pt x="3228708" y="965"/>
                  </a:lnTo>
                  <a:lnTo>
                    <a:pt x="3222015" y="0"/>
                  </a:lnTo>
                  <a:lnTo>
                    <a:pt x="3220669" y="9436"/>
                  </a:lnTo>
                  <a:lnTo>
                    <a:pt x="3225558" y="10147"/>
                  </a:lnTo>
                  <a:lnTo>
                    <a:pt x="3226168" y="10223"/>
                  </a:lnTo>
                  <a:lnTo>
                    <a:pt x="3225774" y="10223"/>
                  </a:lnTo>
                  <a:lnTo>
                    <a:pt x="3230016" y="12026"/>
                  </a:lnTo>
                  <a:lnTo>
                    <a:pt x="3230473" y="12230"/>
                  </a:lnTo>
                  <a:lnTo>
                    <a:pt x="3230118" y="12026"/>
                  </a:lnTo>
                  <a:lnTo>
                    <a:pt x="3244939" y="12026"/>
                  </a:lnTo>
                  <a:close/>
                </a:path>
                <a:path w="4225925" h="2466975">
                  <a:moveTo>
                    <a:pt x="3493630" y="2089150"/>
                  </a:moveTo>
                  <a:lnTo>
                    <a:pt x="3460292" y="2089378"/>
                  </a:lnTo>
                  <a:lnTo>
                    <a:pt x="3459454" y="1963381"/>
                  </a:lnTo>
                  <a:lnTo>
                    <a:pt x="3455543" y="1762683"/>
                  </a:lnTo>
                  <a:lnTo>
                    <a:pt x="3452660" y="1663433"/>
                  </a:lnTo>
                  <a:lnTo>
                    <a:pt x="3449218" y="1565173"/>
                  </a:lnTo>
                  <a:lnTo>
                    <a:pt x="3445205" y="1468107"/>
                  </a:lnTo>
                  <a:lnTo>
                    <a:pt x="3440658" y="1372412"/>
                  </a:lnTo>
                  <a:lnTo>
                    <a:pt x="3435591" y="1278305"/>
                  </a:lnTo>
                  <a:lnTo>
                    <a:pt x="3430041" y="1185976"/>
                  </a:lnTo>
                  <a:lnTo>
                    <a:pt x="3424009" y="1095629"/>
                  </a:lnTo>
                  <a:lnTo>
                    <a:pt x="3417532" y="1007465"/>
                  </a:lnTo>
                  <a:lnTo>
                    <a:pt x="3410623" y="921677"/>
                  </a:lnTo>
                  <a:lnTo>
                    <a:pt x="3403308" y="838454"/>
                  </a:lnTo>
                  <a:lnTo>
                    <a:pt x="3395611" y="758012"/>
                  </a:lnTo>
                  <a:lnTo>
                    <a:pt x="3387547" y="680529"/>
                  </a:lnTo>
                  <a:lnTo>
                    <a:pt x="3379012" y="605053"/>
                  </a:lnTo>
                  <a:lnTo>
                    <a:pt x="3370262" y="534022"/>
                  </a:lnTo>
                  <a:lnTo>
                    <a:pt x="3361207" y="466534"/>
                  </a:lnTo>
                  <a:lnTo>
                    <a:pt x="3351873" y="402793"/>
                  </a:lnTo>
                  <a:lnTo>
                    <a:pt x="3342284" y="343014"/>
                  </a:lnTo>
                  <a:lnTo>
                    <a:pt x="3332454" y="287362"/>
                  </a:lnTo>
                  <a:lnTo>
                    <a:pt x="3322409" y="236080"/>
                  </a:lnTo>
                  <a:lnTo>
                    <a:pt x="3312160" y="189306"/>
                  </a:lnTo>
                  <a:lnTo>
                    <a:pt x="3301720" y="147243"/>
                  </a:lnTo>
                  <a:lnTo>
                    <a:pt x="3291116" y="110096"/>
                  </a:lnTo>
                  <a:lnTo>
                    <a:pt x="3274898" y="63931"/>
                  </a:lnTo>
                  <a:lnTo>
                    <a:pt x="3252520" y="21018"/>
                  </a:lnTo>
                  <a:lnTo>
                    <a:pt x="3245142" y="12230"/>
                  </a:lnTo>
                  <a:lnTo>
                    <a:pt x="3230473" y="12230"/>
                  </a:lnTo>
                  <a:lnTo>
                    <a:pt x="3230295" y="12230"/>
                  </a:lnTo>
                  <a:lnTo>
                    <a:pt x="3232391" y="13716"/>
                  </a:lnTo>
                  <a:lnTo>
                    <a:pt x="3234499" y="15125"/>
                  </a:lnTo>
                  <a:lnTo>
                    <a:pt x="3239986" y="20510"/>
                  </a:lnTo>
                  <a:lnTo>
                    <a:pt x="3260839" y="55333"/>
                  </a:lnTo>
                  <a:lnTo>
                    <a:pt x="3276765" y="96558"/>
                  </a:lnTo>
                  <a:lnTo>
                    <a:pt x="3292538" y="149771"/>
                  </a:lnTo>
                  <a:lnTo>
                    <a:pt x="3302889" y="191528"/>
                  </a:lnTo>
                  <a:lnTo>
                    <a:pt x="3313087" y="238061"/>
                  </a:lnTo>
                  <a:lnTo>
                    <a:pt x="3323107" y="289191"/>
                  </a:lnTo>
                  <a:lnTo>
                    <a:pt x="3332911" y="344665"/>
                  </a:lnTo>
                  <a:lnTo>
                    <a:pt x="3342475" y="404304"/>
                  </a:lnTo>
                  <a:lnTo>
                    <a:pt x="3351784" y="467906"/>
                  </a:lnTo>
                  <a:lnTo>
                    <a:pt x="3360813" y="535279"/>
                  </a:lnTo>
                  <a:lnTo>
                    <a:pt x="3369551" y="606221"/>
                  </a:lnTo>
                  <a:lnTo>
                    <a:pt x="3377844" y="679462"/>
                  </a:lnTo>
                  <a:lnTo>
                    <a:pt x="3385934" y="757021"/>
                  </a:lnTo>
                  <a:lnTo>
                    <a:pt x="3393656" y="837539"/>
                  </a:lnTo>
                  <a:lnTo>
                    <a:pt x="3400996" y="920838"/>
                  </a:lnTo>
                  <a:lnTo>
                    <a:pt x="3407918" y="1006703"/>
                  </a:lnTo>
                  <a:lnTo>
                    <a:pt x="3414407" y="1094930"/>
                  </a:lnTo>
                  <a:lnTo>
                    <a:pt x="3420453" y="1185341"/>
                  </a:lnTo>
                  <a:lnTo>
                    <a:pt x="3426015" y="1277734"/>
                  </a:lnTo>
                  <a:lnTo>
                    <a:pt x="3431095" y="1371904"/>
                  </a:lnTo>
                  <a:lnTo>
                    <a:pt x="3435642" y="1467650"/>
                  </a:lnTo>
                  <a:lnTo>
                    <a:pt x="3439668" y="1564779"/>
                  </a:lnTo>
                  <a:lnTo>
                    <a:pt x="3443122" y="1663103"/>
                  </a:lnTo>
                  <a:lnTo>
                    <a:pt x="3446005" y="1762417"/>
                  </a:lnTo>
                  <a:lnTo>
                    <a:pt x="3449929" y="1963191"/>
                  </a:lnTo>
                  <a:lnTo>
                    <a:pt x="3450767" y="2089150"/>
                  </a:lnTo>
                  <a:lnTo>
                    <a:pt x="3450767" y="2089454"/>
                  </a:lnTo>
                  <a:lnTo>
                    <a:pt x="3417443" y="2089658"/>
                  </a:lnTo>
                  <a:lnTo>
                    <a:pt x="3456038" y="2165604"/>
                  </a:lnTo>
                  <a:lnTo>
                    <a:pt x="3487255" y="2102142"/>
                  </a:lnTo>
                  <a:lnTo>
                    <a:pt x="3493389" y="2089658"/>
                  </a:lnTo>
                  <a:lnTo>
                    <a:pt x="3493490" y="2089442"/>
                  </a:lnTo>
                  <a:lnTo>
                    <a:pt x="3493630" y="2089150"/>
                  </a:lnTo>
                  <a:close/>
                </a:path>
                <a:path w="4225925" h="2466975">
                  <a:moveTo>
                    <a:pt x="4225823" y="2136330"/>
                  </a:moveTo>
                  <a:lnTo>
                    <a:pt x="4219473" y="2123630"/>
                  </a:lnTo>
                  <a:lnTo>
                    <a:pt x="4187723" y="2060130"/>
                  </a:lnTo>
                  <a:lnTo>
                    <a:pt x="4133240" y="2125611"/>
                  </a:lnTo>
                  <a:lnTo>
                    <a:pt x="4152696" y="2130183"/>
                  </a:lnTo>
                  <a:lnTo>
                    <a:pt x="4149623" y="2136330"/>
                  </a:lnTo>
                  <a:lnTo>
                    <a:pt x="4164025" y="2136330"/>
                  </a:lnTo>
                  <a:lnTo>
                    <a:pt x="4132859" y="2183460"/>
                  </a:lnTo>
                  <a:lnTo>
                    <a:pt x="4104043" y="2211844"/>
                  </a:lnTo>
                  <a:lnTo>
                    <a:pt x="4071035" y="2234895"/>
                  </a:lnTo>
                  <a:lnTo>
                    <a:pt x="4035107" y="2251405"/>
                  </a:lnTo>
                  <a:lnTo>
                    <a:pt x="3997528" y="2260219"/>
                  </a:lnTo>
                  <a:lnTo>
                    <a:pt x="3978440" y="2261374"/>
                  </a:lnTo>
                  <a:lnTo>
                    <a:pt x="3976687" y="2261082"/>
                  </a:lnTo>
                  <a:lnTo>
                    <a:pt x="3974782" y="2260752"/>
                  </a:lnTo>
                  <a:lnTo>
                    <a:pt x="3971696" y="2259215"/>
                  </a:lnTo>
                  <a:lnTo>
                    <a:pt x="3970998" y="2258872"/>
                  </a:lnTo>
                  <a:lnTo>
                    <a:pt x="3971417" y="2259215"/>
                  </a:lnTo>
                  <a:lnTo>
                    <a:pt x="3970515" y="2258618"/>
                  </a:lnTo>
                  <a:lnTo>
                    <a:pt x="3970998" y="2258872"/>
                  </a:lnTo>
                  <a:lnTo>
                    <a:pt x="3970705" y="2258618"/>
                  </a:lnTo>
                  <a:lnTo>
                    <a:pt x="3967175" y="2255697"/>
                  </a:lnTo>
                  <a:lnTo>
                    <a:pt x="3966768" y="2255393"/>
                  </a:lnTo>
                  <a:lnTo>
                    <a:pt x="3966514" y="2255151"/>
                  </a:lnTo>
                  <a:lnTo>
                    <a:pt x="3964597" y="2252878"/>
                  </a:lnTo>
                  <a:lnTo>
                    <a:pt x="3962527" y="2250503"/>
                  </a:lnTo>
                  <a:lnTo>
                    <a:pt x="3957853" y="2243671"/>
                  </a:lnTo>
                  <a:lnTo>
                    <a:pt x="3938816" y="2200732"/>
                  </a:lnTo>
                  <a:lnTo>
                    <a:pt x="3924579" y="2153196"/>
                  </a:lnTo>
                  <a:lnTo>
                    <a:pt x="3915194" y="2114651"/>
                  </a:lnTo>
                  <a:lnTo>
                    <a:pt x="3905935" y="2070912"/>
                  </a:lnTo>
                  <a:lnTo>
                    <a:pt x="3896830" y="2022182"/>
                  </a:lnTo>
                  <a:lnTo>
                    <a:pt x="3887889" y="1968690"/>
                  </a:lnTo>
                  <a:lnTo>
                    <a:pt x="3879138" y="1910613"/>
                  </a:lnTo>
                  <a:lnTo>
                    <a:pt x="3870591" y="1848180"/>
                  </a:lnTo>
                  <a:lnTo>
                    <a:pt x="3862273" y="1781594"/>
                  </a:lnTo>
                  <a:lnTo>
                    <a:pt x="3854323" y="1712061"/>
                  </a:lnTo>
                  <a:lnTo>
                    <a:pt x="3846499" y="1637728"/>
                  </a:lnTo>
                  <a:lnTo>
                    <a:pt x="3838968" y="1559877"/>
                  </a:lnTo>
                  <a:lnTo>
                    <a:pt x="3831755" y="1478724"/>
                  </a:lnTo>
                  <a:lnTo>
                    <a:pt x="3824859" y="1394460"/>
                  </a:lnTo>
                  <a:lnTo>
                    <a:pt x="3818318" y="1307299"/>
                  </a:lnTo>
                  <a:lnTo>
                    <a:pt x="3812133" y="1217447"/>
                  </a:lnTo>
                  <a:lnTo>
                    <a:pt x="3806342" y="1125118"/>
                  </a:lnTo>
                  <a:lnTo>
                    <a:pt x="3800945" y="1030503"/>
                  </a:lnTo>
                  <a:lnTo>
                    <a:pt x="3795979" y="933818"/>
                  </a:lnTo>
                  <a:lnTo>
                    <a:pt x="3791458" y="835279"/>
                  </a:lnTo>
                  <a:lnTo>
                    <a:pt x="3787381" y="735088"/>
                  </a:lnTo>
                  <a:lnTo>
                    <a:pt x="3783800" y="633437"/>
                  </a:lnTo>
                  <a:lnTo>
                    <a:pt x="3780713" y="530542"/>
                  </a:lnTo>
                  <a:lnTo>
                    <a:pt x="3778148" y="426605"/>
                  </a:lnTo>
                  <a:lnTo>
                    <a:pt x="3774630" y="216471"/>
                  </a:lnTo>
                  <a:lnTo>
                    <a:pt x="3773436" y="4737"/>
                  </a:lnTo>
                  <a:lnTo>
                    <a:pt x="3763911" y="4737"/>
                  </a:lnTo>
                  <a:lnTo>
                    <a:pt x="3765105" y="216471"/>
                  </a:lnTo>
                  <a:lnTo>
                    <a:pt x="3768610" y="426453"/>
                  </a:lnTo>
                  <a:lnTo>
                    <a:pt x="3771176" y="530313"/>
                  </a:lnTo>
                  <a:lnTo>
                    <a:pt x="3774262" y="633145"/>
                  </a:lnTo>
                  <a:lnTo>
                    <a:pt x="3777843" y="734745"/>
                  </a:lnTo>
                  <a:lnTo>
                    <a:pt x="3781907" y="834898"/>
                  </a:lnTo>
                  <a:lnTo>
                    <a:pt x="3786428" y="933386"/>
                  </a:lnTo>
                  <a:lnTo>
                    <a:pt x="3791381" y="1030020"/>
                  </a:lnTo>
                  <a:lnTo>
                    <a:pt x="3796766" y="1124572"/>
                  </a:lnTo>
                  <a:lnTo>
                    <a:pt x="3802557" y="1216850"/>
                  </a:lnTo>
                  <a:lnTo>
                    <a:pt x="3808717" y="1306639"/>
                  </a:lnTo>
                  <a:lnTo>
                    <a:pt x="3815257" y="1393748"/>
                  </a:lnTo>
                  <a:lnTo>
                    <a:pt x="3822128" y="1477949"/>
                  </a:lnTo>
                  <a:lnTo>
                    <a:pt x="3829329" y="1559039"/>
                  </a:lnTo>
                  <a:lnTo>
                    <a:pt x="3836835" y="1636814"/>
                  </a:lnTo>
                  <a:lnTo>
                    <a:pt x="3844633" y="1711071"/>
                  </a:lnTo>
                  <a:lnTo>
                    <a:pt x="3852684" y="1781594"/>
                  </a:lnTo>
                  <a:lnTo>
                    <a:pt x="3861143" y="1849361"/>
                  </a:lnTo>
                  <a:lnTo>
                    <a:pt x="3869702" y="1911896"/>
                  </a:lnTo>
                  <a:lnTo>
                    <a:pt x="3878478" y="1970112"/>
                  </a:lnTo>
                  <a:lnTo>
                    <a:pt x="3887444" y="2023795"/>
                  </a:lnTo>
                  <a:lnTo>
                    <a:pt x="3896588" y="2072716"/>
                  </a:lnTo>
                  <a:lnTo>
                    <a:pt x="3905897" y="2116696"/>
                  </a:lnTo>
                  <a:lnTo>
                    <a:pt x="3915346" y="2155520"/>
                  </a:lnTo>
                  <a:lnTo>
                    <a:pt x="3929773" y="2203716"/>
                  </a:lnTo>
                  <a:lnTo>
                    <a:pt x="3944518" y="2239327"/>
                  </a:lnTo>
                  <a:lnTo>
                    <a:pt x="3954538" y="2255697"/>
                  </a:lnTo>
                  <a:lnTo>
                    <a:pt x="3954640" y="2255863"/>
                  </a:lnTo>
                  <a:lnTo>
                    <a:pt x="3977754" y="2270912"/>
                  </a:lnTo>
                  <a:lnTo>
                    <a:pt x="3978491" y="2270912"/>
                  </a:lnTo>
                  <a:lnTo>
                    <a:pt x="3996867" y="2269807"/>
                  </a:lnTo>
                  <a:lnTo>
                    <a:pt x="3997680" y="2269807"/>
                  </a:lnTo>
                  <a:lnTo>
                    <a:pt x="4018115" y="2266226"/>
                  </a:lnTo>
                  <a:lnTo>
                    <a:pt x="4034599" y="2261463"/>
                  </a:lnTo>
                  <a:lnTo>
                    <a:pt x="4037038" y="2260752"/>
                  </a:lnTo>
                  <a:lnTo>
                    <a:pt x="4037241" y="2260752"/>
                  </a:lnTo>
                  <a:lnTo>
                    <a:pt x="4075404" y="2243353"/>
                  </a:lnTo>
                  <a:lnTo>
                    <a:pt x="4109821" y="2219414"/>
                  </a:lnTo>
                  <a:lnTo>
                    <a:pt x="4139819" y="2189962"/>
                  </a:lnTo>
                  <a:lnTo>
                    <a:pt x="4164215" y="2156180"/>
                  </a:lnTo>
                  <a:lnTo>
                    <a:pt x="4174490" y="2136330"/>
                  </a:lnTo>
                  <a:lnTo>
                    <a:pt x="4178909" y="2136330"/>
                  </a:lnTo>
                  <a:lnTo>
                    <a:pt x="4182961" y="2137283"/>
                  </a:lnTo>
                  <a:lnTo>
                    <a:pt x="4182961" y="2456827"/>
                  </a:lnTo>
                  <a:lnTo>
                    <a:pt x="611479" y="2456827"/>
                  </a:lnTo>
                  <a:lnTo>
                    <a:pt x="611479" y="11049"/>
                  </a:lnTo>
                  <a:lnTo>
                    <a:pt x="611479" y="6286"/>
                  </a:lnTo>
                  <a:lnTo>
                    <a:pt x="611479" y="3657"/>
                  </a:lnTo>
                  <a:lnTo>
                    <a:pt x="609346" y="1524"/>
                  </a:lnTo>
                  <a:lnTo>
                    <a:pt x="0" y="1524"/>
                  </a:lnTo>
                  <a:lnTo>
                    <a:pt x="0" y="11049"/>
                  </a:lnTo>
                  <a:lnTo>
                    <a:pt x="601954" y="11049"/>
                  </a:lnTo>
                  <a:lnTo>
                    <a:pt x="601954" y="2464219"/>
                  </a:lnTo>
                  <a:lnTo>
                    <a:pt x="604088" y="2466352"/>
                  </a:lnTo>
                  <a:lnTo>
                    <a:pt x="4190352" y="2466352"/>
                  </a:lnTo>
                  <a:lnTo>
                    <a:pt x="4192486" y="2464219"/>
                  </a:lnTo>
                  <a:lnTo>
                    <a:pt x="4192486" y="2461590"/>
                  </a:lnTo>
                  <a:lnTo>
                    <a:pt x="4192486" y="2456827"/>
                  </a:lnTo>
                  <a:lnTo>
                    <a:pt x="4192486" y="2139518"/>
                  </a:lnTo>
                  <a:lnTo>
                    <a:pt x="4207421" y="2143010"/>
                  </a:lnTo>
                  <a:lnTo>
                    <a:pt x="4205833" y="2136330"/>
                  </a:lnTo>
                  <a:lnTo>
                    <a:pt x="4225823" y="2136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36687" y="2263622"/>
              <a:ext cx="275291" cy="13369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649738" y="2088389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4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649738" y="2088389"/>
            <a:ext cx="483234" cy="16116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1413461" y="2092893"/>
            <a:ext cx="483234" cy="1611630"/>
          </a:xfrm>
          <a:custGeom>
            <a:avLst/>
            <a:gdLst/>
            <a:ahLst/>
            <a:cxnLst/>
            <a:rect l="l" t="t" r="r" b="b"/>
            <a:pathLst>
              <a:path w="483235" h="1611629">
                <a:moveTo>
                  <a:pt x="482813" y="0"/>
                </a:moveTo>
                <a:lnTo>
                  <a:pt x="0" y="0"/>
                </a:lnTo>
                <a:lnTo>
                  <a:pt x="0" y="1611490"/>
                </a:lnTo>
                <a:lnTo>
                  <a:pt x="482813" y="1611490"/>
                </a:lnTo>
                <a:lnTo>
                  <a:pt x="4828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1413461" y="2092893"/>
            <a:ext cx="483234" cy="16116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2206901" y="2088389"/>
            <a:ext cx="483234" cy="1611630"/>
          </a:xfrm>
          <a:custGeom>
            <a:avLst/>
            <a:gdLst/>
            <a:ahLst/>
            <a:cxnLst/>
            <a:rect l="l" t="t" r="r" b="b"/>
            <a:pathLst>
              <a:path w="483235" h="1611629">
                <a:moveTo>
                  <a:pt x="482813" y="0"/>
                </a:moveTo>
                <a:lnTo>
                  <a:pt x="0" y="0"/>
                </a:lnTo>
                <a:lnTo>
                  <a:pt x="0" y="1611490"/>
                </a:lnTo>
                <a:lnTo>
                  <a:pt x="482813" y="1611490"/>
                </a:lnTo>
                <a:lnTo>
                  <a:pt x="4828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2206901" y="2088389"/>
            <a:ext cx="483234" cy="16116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853045" y="2088389"/>
            <a:ext cx="3031490" cy="1827530"/>
            <a:chOff x="853045" y="2088389"/>
            <a:chExt cx="3031490" cy="1827530"/>
          </a:xfrm>
        </p:grpSpPr>
        <p:sp>
          <p:nvSpPr>
            <p:cNvPr id="78" name="object 78" descr=""/>
            <p:cNvSpPr/>
            <p:nvPr/>
          </p:nvSpPr>
          <p:spPr>
            <a:xfrm>
              <a:off x="1132471" y="2857144"/>
              <a:ext cx="1074420" cy="78740"/>
            </a:xfrm>
            <a:custGeom>
              <a:avLst/>
              <a:gdLst/>
              <a:ahLst/>
              <a:cxnLst/>
              <a:rect l="l" t="t" r="r" b="b"/>
              <a:pathLst>
                <a:path w="1074420" h="78739">
                  <a:moveTo>
                    <a:pt x="273189" y="45250"/>
                  </a:moveTo>
                  <a:lnTo>
                    <a:pt x="217411" y="45250"/>
                  </a:lnTo>
                  <a:lnTo>
                    <a:pt x="204711" y="45250"/>
                  </a:lnTo>
                  <a:lnTo>
                    <a:pt x="204177" y="78371"/>
                  </a:lnTo>
                  <a:lnTo>
                    <a:pt x="273189" y="45250"/>
                  </a:lnTo>
                  <a:close/>
                </a:path>
                <a:path w="1074420" h="78739">
                  <a:moveTo>
                    <a:pt x="280987" y="41503"/>
                  </a:moveTo>
                  <a:lnTo>
                    <a:pt x="205409" y="2184"/>
                  </a:lnTo>
                  <a:lnTo>
                    <a:pt x="204927" y="32232"/>
                  </a:lnTo>
                  <a:lnTo>
                    <a:pt x="204876" y="35521"/>
                  </a:lnTo>
                  <a:lnTo>
                    <a:pt x="152" y="32232"/>
                  </a:lnTo>
                  <a:lnTo>
                    <a:pt x="101" y="35521"/>
                  </a:lnTo>
                  <a:lnTo>
                    <a:pt x="0" y="41757"/>
                  </a:lnTo>
                  <a:lnTo>
                    <a:pt x="204711" y="45046"/>
                  </a:lnTo>
                  <a:lnTo>
                    <a:pt x="217411" y="45046"/>
                  </a:lnTo>
                  <a:lnTo>
                    <a:pt x="273608" y="45046"/>
                  </a:lnTo>
                  <a:lnTo>
                    <a:pt x="280987" y="41503"/>
                  </a:lnTo>
                  <a:close/>
                </a:path>
                <a:path w="1074420" h="78739">
                  <a:moveTo>
                    <a:pt x="1074420" y="36995"/>
                  </a:moveTo>
                  <a:lnTo>
                    <a:pt x="1066457" y="33159"/>
                  </a:lnTo>
                  <a:lnTo>
                    <a:pt x="997673" y="0"/>
                  </a:lnTo>
                  <a:lnTo>
                    <a:pt x="998156" y="33159"/>
                  </a:lnTo>
                  <a:lnTo>
                    <a:pt x="998156" y="33337"/>
                  </a:lnTo>
                  <a:lnTo>
                    <a:pt x="763727" y="36741"/>
                  </a:lnTo>
                  <a:lnTo>
                    <a:pt x="763816" y="42684"/>
                  </a:lnTo>
                  <a:lnTo>
                    <a:pt x="763866" y="46266"/>
                  </a:lnTo>
                  <a:lnTo>
                    <a:pt x="998296" y="42862"/>
                  </a:lnTo>
                  <a:lnTo>
                    <a:pt x="998778" y="76200"/>
                  </a:lnTo>
                  <a:lnTo>
                    <a:pt x="1074420" y="369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045" y="3699880"/>
              <a:ext cx="76200" cy="210960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6767" y="3704385"/>
              <a:ext cx="76200" cy="210960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0209" y="3699880"/>
              <a:ext cx="76200" cy="210960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401452" y="2088389"/>
              <a:ext cx="483234" cy="1611630"/>
            </a:xfrm>
            <a:custGeom>
              <a:avLst/>
              <a:gdLst/>
              <a:ahLst/>
              <a:cxnLst/>
              <a:rect l="l" t="t" r="r" b="b"/>
              <a:pathLst>
                <a:path w="483235" h="1611629">
                  <a:moveTo>
                    <a:pt x="482813" y="0"/>
                  </a:moveTo>
                  <a:lnTo>
                    <a:pt x="0" y="0"/>
                  </a:lnTo>
                  <a:lnTo>
                    <a:pt x="0" y="1611490"/>
                  </a:lnTo>
                  <a:lnTo>
                    <a:pt x="482813" y="1611490"/>
                  </a:lnTo>
                  <a:lnTo>
                    <a:pt x="482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3401452" y="2088389"/>
            <a:ext cx="483234" cy="16116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800" spc="-20">
                <a:latin typeface="Arial"/>
                <a:cs typeface="Arial"/>
              </a:rPr>
              <a:t>RNNs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650092" y="2153334"/>
            <a:ext cx="3215005" cy="2202180"/>
            <a:chOff x="650092" y="2153334"/>
            <a:chExt cx="3215005" cy="2202180"/>
          </a:xfrm>
        </p:grpSpPr>
        <p:sp>
          <p:nvSpPr>
            <p:cNvPr id="85" name="object 85" descr=""/>
            <p:cNvSpPr/>
            <p:nvPr/>
          </p:nvSpPr>
          <p:spPr>
            <a:xfrm>
              <a:off x="3090758" y="2857144"/>
              <a:ext cx="311150" cy="76200"/>
            </a:xfrm>
            <a:custGeom>
              <a:avLst/>
              <a:gdLst/>
              <a:ahLst/>
              <a:cxnLst/>
              <a:rect l="l" t="t" r="r" b="b"/>
              <a:pathLst>
                <a:path w="311150" h="76200">
                  <a:moveTo>
                    <a:pt x="302723" y="33149"/>
                  </a:moveTo>
                  <a:lnTo>
                    <a:pt x="247131" y="33149"/>
                  </a:lnTo>
                  <a:lnTo>
                    <a:pt x="247183" y="36733"/>
                  </a:lnTo>
                  <a:lnTo>
                    <a:pt x="247270" y="42674"/>
                  </a:lnTo>
                  <a:lnTo>
                    <a:pt x="234572" y="42858"/>
                  </a:lnTo>
                  <a:lnTo>
                    <a:pt x="235055" y="76192"/>
                  </a:lnTo>
                  <a:lnTo>
                    <a:pt x="310694" y="36991"/>
                  </a:lnTo>
                  <a:lnTo>
                    <a:pt x="302723" y="33149"/>
                  </a:lnTo>
                  <a:close/>
                </a:path>
                <a:path w="311150" h="76200">
                  <a:moveTo>
                    <a:pt x="234433" y="33333"/>
                  </a:moveTo>
                  <a:lnTo>
                    <a:pt x="0" y="36733"/>
                  </a:lnTo>
                  <a:lnTo>
                    <a:pt x="85" y="42674"/>
                  </a:lnTo>
                  <a:lnTo>
                    <a:pt x="137" y="46257"/>
                  </a:lnTo>
                  <a:lnTo>
                    <a:pt x="234572" y="42858"/>
                  </a:lnTo>
                  <a:lnTo>
                    <a:pt x="234483" y="36733"/>
                  </a:lnTo>
                  <a:lnTo>
                    <a:pt x="234433" y="33333"/>
                  </a:lnTo>
                  <a:close/>
                </a:path>
                <a:path w="311150" h="76200">
                  <a:moveTo>
                    <a:pt x="247131" y="33149"/>
                  </a:moveTo>
                  <a:lnTo>
                    <a:pt x="234433" y="33333"/>
                  </a:lnTo>
                  <a:lnTo>
                    <a:pt x="234483" y="36733"/>
                  </a:lnTo>
                  <a:lnTo>
                    <a:pt x="234572" y="42858"/>
                  </a:lnTo>
                  <a:lnTo>
                    <a:pt x="247270" y="42674"/>
                  </a:lnTo>
                  <a:lnTo>
                    <a:pt x="247183" y="36733"/>
                  </a:lnTo>
                  <a:lnTo>
                    <a:pt x="247131" y="33149"/>
                  </a:lnTo>
                  <a:close/>
                </a:path>
                <a:path w="311150" h="76200">
                  <a:moveTo>
                    <a:pt x="233950" y="0"/>
                  </a:moveTo>
                  <a:lnTo>
                    <a:pt x="234431" y="33149"/>
                  </a:lnTo>
                  <a:lnTo>
                    <a:pt x="234433" y="33333"/>
                  </a:lnTo>
                  <a:lnTo>
                    <a:pt x="247131" y="33149"/>
                  </a:lnTo>
                  <a:lnTo>
                    <a:pt x="302723" y="33149"/>
                  </a:lnTo>
                  <a:lnTo>
                    <a:pt x="233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4759" y="3699880"/>
              <a:ext cx="76200" cy="210960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662792" y="3924383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62792" y="3924382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5082" y="4097008"/>
              <a:ext cx="204127" cy="133697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411197" y="3924383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411197" y="3924382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43488" y="4097008"/>
              <a:ext cx="209745" cy="13369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2206901" y="3924383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2206901" y="3924382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39193" y="4097009"/>
              <a:ext cx="211618" cy="13736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407749" y="3905227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444473" y="0"/>
                  </a:moveTo>
                  <a:lnTo>
                    <a:pt x="0" y="0"/>
                  </a:lnTo>
                  <a:lnTo>
                    <a:pt x="0" y="418072"/>
                  </a:lnTo>
                  <a:lnTo>
                    <a:pt x="444473" y="418072"/>
                  </a:lnTo>
                  <a:lnTo>
                    <a:pt x="444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407749" y="3905228"/>
              <a:ext cx="444500" cy="418465"/>
            </a:xfrm>
            <a:custGeom>
              <a:avLst/>
              <a:gdLst/>
              <a:ahLst/>
              <a:cxnLst/>
              <a:rect l="l" t="t" r="r" b="b"/>
              <a:pathLst>
                <a:path w="444500" h="418464">
                  <a:moveTo>
                    <a:pt x="0" y="0"/>
                  </a:moveTo>
                  <a:lnTo>
                    <a:pt x="444474" y="0"/>
                  </a:lnTo>
                  <a:lnTo>
                    <a:pt x="444474" y="418073"/>
                  </a:lnTo>
                  <a:lnTo>
                    <a:pt x="0" y="41807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11948" y="4077853"/>
              <a:ext cx="256564" cy="133697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0064" y="2158356"/>
              <a:ext cx="198509" cy="192305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55899" y="2153334"/>
              <a:ext cx="204127" cy="192305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58641" y="2153334"/>
              <a:ext cx="205999" cy="194137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28804" y="2153334"/>
              <a:ext cx="250946" cy="192305"/>
            </a:xfrm>
            <a:prstGeom prst="rect">
              <a:avLst/>
            </a:prstGeom>
          </p:spPr>
        </p:pic>
      </p:grpSp>
      <p:sp>
        <p:nvSpPr>
          <p:cNvPr id="103" name="object 103" descr=""/>
          <p:cNvSpPr txBox="1"/>
          <p:nvPr/>
        </p:nvSpPr>
        <p:spPr>
          <a:xfrm>
            <a:off x="2826522" y="2708147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…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4" name="object 10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251323" y="858472"/>
            <a:ext cx="1554366" cy="225272"/>
          </a:xfrm>
          <a:prstGeom prst="rect">
            <a:avLst/>
          </a:prstGeom>
        </p:spPr>
      </p:pic>
      <p:sp>
        <p:nvSpPr>
          <p:cNvPr id="105" name="object 105" descr=""/>
          <p:cNvSpPr txBox="1"/>
          <p:nvPr/>
        </p:nvSpPr>
        <p:spPr>
          <a:xfrm>
            <a:off x="4909370" y="871219"/>
            <a:ext cx="1181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Output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sequence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06" name="object 10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933761" y="834949"/>
            <a:ext cx="691507" cy="219777"/>
          </a:xfrm>
          <a:prstGeom prst="rect">
            <a:avLst/>
          </a:prstGeom>
        </p:spPr>
      </p:pic>
      <p:sp>
        <p:nvSpPr>
          <p:cNvPr id="107" name="object 107" descr=""/>
          <p:cNvSpPr txBox="1"/>
          <p:nvPr/>
        </p:nvSpPr>
        <p:spPr>
          <a:xfrm>
            <a:off x="1046981" y="4800092"/>
            <a:ext cx="1059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Input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sequence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66035"/>
            <a:ext cx="6014720" cy="1120140"/>
          </a:xfrm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5"/>
              </a:spcBef>
            </a:pPr>
            <a:r>
              <a:rPr dirty="0" sz="3600"/>
              <a:t>Different</a:t>
            </a:r>
            <a:r>
              <a:rPr dirty="0" sz="3600" spc="-60"/>
              <a:t> </a:t>
            </a:r>
            <a:r>
              <a:rPr dirty="0" sz="3600"/>
              <a:t>context</a:t>
            </a:r>
            <a:r>
              <a:rPr dirty="0" sz="3600" spc="-55"/>
              <a:t> </a:t>
            </a:r>
            <a:r>
              <a:rPr dirty="0" sz="3600"/>
              <a:t>vector</a:t>
            </a:r>
            <a:r>
              <a:rPr dirty="0" sz="3600" spc="-55"/>
              <a:t> </a:t>
            </a:r>
            <a:r>
              <a:rPr dirty="0" sz="3600" spc="-25"/>
              <a:t>for </a:t>
            </a:r>
            <a:r>
              <a:rPr dirty="0" sz="3600"/>
              <a:t>generating</a:t>
            </a:r>
            <a:r>
              <a:rPr dirty="0" sz="3600" spc="-60"/>
              <a:t> </a:t>
            </a:r>
            <a:r>
              <a:rPr dirty="0" sz="3600"/>
              <a:t>next</a:t>
            </a:r>
            <a:r>
              <a:rPr dirty="0" sz="3600" spc="-65"/>
              <a:t> </a:t>
            </a:r>
            <a:r>
              <a:rPr dirty="0" sz="3600" spc="-10"/>
              <a:t>word?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8314292" y="649985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" y="4165749"/>
            <a:ext cx="3143504" cy="58521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100320" y="4142304"/>
            <a:ext cx="3268979" cy="702310"/>
            <a:chOff x="5100320" y="4142304"/>
            <a:chExt cx="3268979" cy="70231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1976" y="4165749"/>
              <a:ext cx="3226816" cy="62179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100320" y="4142308"/>
              <a:ext cx="3129280" cy="702310"/>
            </a:xfrm>
            <a:custGeom>
              <a:avLst/>
              <a:gdLst/>
              <a:ahLst/>
              <a:cxnLst/>
              <a:rect l="l" t="t" r="r" b="b"/>
              <a:pathLst>
                <a:path w="3129279" h="702310">
                  <a:moveTo>
                    <a:pt x="264160" y="409524"/>
                  </a:moveTo>
                  <a:lnTo>
                    <a:pt x="0" y="409524"/>
                  </a:lnTo>
                  <a:lnTo>
                    <a:pt x="0" y="702132"/>
                  </a:lnTo>
                  <a:lnTo>
                    <a:pt x="264160" y="702132"/>
                  </a:lnTo>
                  <a:lnTo>
                    <a:pt x="264160" y="409524"/>
                  </a:lnTo>
                  <a:close/>
                </a:path>
                <a:path w="3129279" h="702310">
                  <a:moveTo>
                    <a:pt x="3129267" y="0"/>
                  </a:moveTo>
                  <a:lnTo>
                    <a:pt x="2915907" y="0"/>
                  </a:lnTo>
                  <a:lnTo>
                    <a:pt x="2915907" y="292608"/>
                  </a:lnTo>
                  <a:lnTo>
                    <a:pt x="3129267" y="292608"/>
                  </a:lnTo>
                  <a:lnTo>
                    <a:pt x="3129267" y="0"/>
                  </a:lnTo>
                  <a:close/>
                </a:path>
              </a:pathLst>
            </a:custGeom>
            <a:solidFill>
              <a:srgbClr val="C6F073">
                <a:alpha val="4117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3972559" y="4449875"/>
            <a:ext cx="924560" cy="76200"/>
          </a:xfrm>
          <a:custGeom>
            <a:avLst/>
            <a:gdLst/>
            <a:ahLst/>
            <a:cxnLst/>
            <a:rect l="l" t="t" r="r" b="b"/>
            <a:pathLst>
              <a:path w="924560" h="76200">
                <a:moveTo>
                  <a:pt x="848360" y="0"/>
                </a:moveTo>
                <a:lnTo>
                  <a:pt x="848360" y="76199"/>
                </a:lnTo>
                <a:lnTo>
                  <a:pt x="915035" y="42862"/>
                </a:lnTo>
                <a:lnTo>
                  <a:pt x="861060" y="42862"/>
                </a:lnTo>
                <a:lnTo>
                  <a:pt x="861060" y="33337"/>
                </a:lnTo>
                <a:lnTo>
                  <a:pt x="915035" y="33337"/>
                </a:lnTo>
                <a:lnTo>
                  <a:pt x="848360" y="0"/>
                </a:lnTo>
                <a:close/>
              </a:path>
              <a:path w="924560" h="76200">
                <a:moveTo>
                  <a:pt x="848360" y="33337"/>
                </a:moveTo>
                <a:lnTo>
                  <a:pt x="0" y="33337"/>
                </a:lnTo>
                <a:lnTo>
                  <a:pt x="0" y="42862"/>
                </a:lnTo>
                <a:lnTo>
                  <a:pt x="848360" y="42862"/>
                </a:lnTo>
                <a:lnTo>
                  <a:pt x="848360" y="33337"/>
                </a:lnTo>
                <a:close/>
              </a:path>
              <a:path w="924560" h="76200">
                <a:moveTo>
                  <a:pt x="915035" y="33337"/>
                </a:moveTo>
                <a:lnTo>
                  <a:pt x="861060" y="33337"/>
                </a:lnTo>
                <a:lnTo>
                  <a:pt x="861060" y="42862"/>
                </a:lnTo>
                <a:lnTo>
                  <a:pt x="915035" y="42862"/>
                </a:lnTo>
                <a:lnTo>
                  <a:pt x="924560" y="38099"/>
                </a:lnTo>
                <a:lnTo>
                  <a:pt x="915035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22577" y="1450346"/>
            <a:ext cx="3160395" cy="4335780"/>
            <a:chOff x="322577" y="1450346"/>
            <a:chExt cx="3160395" cy="43357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775" y="1601322"/>
              <a:ext cx="3024011" cy="408638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71264" y="3858046"/>
              <a:ext cx="3098800" cy="1915160"/>
            </a:xfrm>
            <a:custGeom>
              <a:avLst/>
              <a:gdLst/>
              <a:ahLst/>
              <a:cxnLst/>
              <a:rect l="l" t="t" r="r" b="b"/>
              <a:pathLst>
                <a:path w="3098800" h="1915160">
                  <a:moveTo>
                    <a:pt x="0" y="319162"/>
                  </a:moveTo>
                  <a:lnTo>
                    <a:pt x="3460" y="271998"/>
                  </a:lnTo>
                  <a:lnTo>
                    <a:pt x="13512" y="226983"/>
                  </a:lnTo>
                  <a:lnTo>
                    <a:pt x="29663" y="184611"/>
                  </a:lnTo>
                  <a:lnTo>
                    <a:pt x="51418" y="145374"/>
                  </a:lnTo>
                  <a:lnTo>
                    <a:pt x="78284" y="109768"/>
                  </a:lnTo>
                  <a:lnTo>
                    <a:pt x="109768" y="78285"/>
                  </a:lnTo>
                  <a:lnTo>
                    <a:pt x="145374" y="51418"/>
                  </a:lnTo>
                  <a:lnTo>
                    <a:pt x="184610" y="29663"/>
                  </a:lnTo>
                  <a:lnTo>
                    <a:pt x="226983" y="13513"/>
                  </a:lnTo>
                  <a:lnTo>
                    <a:pt x="271998" y="3460"/>
                  </a:lnTo>
                  <a:lnTo>
                    <a:pt x="319161" y="0"/>
                  </a:lnTo>
                  <a:lnTo>
                    <a:pt x="2779500" y="0"/>
                  </a:lnTo>
                  <a:lnTo>
                    <a:pt x="2826663" y="3460"/>
                  </a:lnTo>
                  <a:lnTo>
                    <a:pt x="2871678" y="13513"/>
                  </a:lnTo>
                  <a:lnTo>
                    <a:pt x="2914050" y="29663"/>
                  </a:lnTo>
                  <a:lnTo>
                    <a:pt x="2953286" y="51418"/>
                  </a:lnTo>
                  <a:lnTo>
                    <a:pt x="2988893" y="78285"/>
                  </a:lnTo>
                  <a:lnTo>
                    <a:pt x="3020376" y="109768"/>
                  </a:lnTo>
                  <a:lnTo>
                    <a:pt x="3047242" y="145374"/>
                  </a:lnTo>
                  <a:lnTo>
                    <a:pt x="3068997" y="184611"/>
                  </a:lnTo>
                  <a:lnTo>
                    <a:pt x="3085148" y="226983"/>
                  </a:lnTo>
                  <a:lnTo>
                    <a:pt x="3095200" y="271998"/>
                  </a:lnTo>
                  <a:lnTo>
                    <a:pt x="3098661" y="319162"/>
                  </a:lnTo>
                  <a:lnTo>
                    <a:pt x="3098661" y="1595769"/>
                  </a:lnTo>
                  <a:lnTo>
                    <a:pt x="3095200" y="1642932"/>
                  </a:lnTo>
                  <a:lnTo>
                    <a:pt x="3085148" y="1687947"/>
                  </a:lnTo>
                  <a:lnTo>
                    <a:pt x="3068997" y="1730319"/>
                  </a:lnTo>
                  <a:lnTo>
                    <a:pt x="3047242" y="1769555"/>
                  </a:lnTo>
                  <a:lnTo>
                    <a:pt x="3020376" y="1805162"/>
                  </a:lnTo>
                  <a:lnTo>
                    <a:pt x="2988893" y="1836645"/>
                  </a:lnTo>
                  <a:lnTo>
                    <a:pt x="2953286" y="1863511"/>
                  </a:lnTo>
                  <a:lnTo>
                    <a:pt x="2914050" y="1885267"/>
                  </a:lnTo>
                  <a:lnTo>
                    <a:pt x="2871678" y="1901417"/>
                  </a:lnTo>
                  <a:lnTo>
                    <a:pt x="2826663" y="1911470"/>
                  </a:lnTo>
                  <a:lnTo>
                    <a:pt x="2779500" y="1914931"/>
                  </a:lnTo>
                  <a:lnTo>
                    <a:pt x="319161" y="1914931"/>
                  </a:lnTo>
                  <a:lnTo>
                    <a:pt x="271998" y="1911470"/>
                  </a:lnTo>
                  <a:lnTo>
                    <a:pt x="226983" y="1901417"/>
                  </a:lnTo>
                  <a:lnTo>
                    <a:pt x="184610" y="1885267"/>
                  </a:lnTo>
                  <a:lnTo>
                    <a:pt x="145374" y="1863511"/>
                  </a:lnTo>
                  <a:lnTo>
                    <a:pt x="109768" y="1836645"/>
                  </a:lnTo>
                  <a:lnTo>
                    <a:pt x="78284" y="1805162"/>
                  </a:lnTo>
                  <a:lnTo>
                    <a:pt x="51418" y="1769555"/>
                  </a:lnTo>
                  <a:lnTo>
                    <a:pt x="29663" y="1730319"/>
                  </a:lnTo>
                  <a:lnTo>
                    <a:pt x="13512" y="1687947"/>
                  </a:lnTo>
                  <a:lnTo>
                    <a:pt x="3460" y="1642932"/>
                  </a:lnTo>
                  <a:lnTo>
                    <a:pt x="0" y="1595769"/>
                  </a:lnTo>
                  <a:lnTo>
                    <a:pt x="0" y="319162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5277" y="1463046"/>
              <a:ext cx="3134995" cy="2305685"/>
            </a:xfrm>
            <a:custGeom>
              <a:avLst/>
              <a:gdLst/>
              <a:ahLst/>
              <a:cxnLst/>
              <a:rect l="l" t="t" r="r" b="b"/>
              <a:pathLst>
                <a:path w="3134995" h="2305685">
                  <a:moveTo>
                    <a:pt x="0" y="384238"/>
                  </a:moveTo>
                  <a:lnTo>
                    <a:pt x="2993" y="336040"/>
                  </a:lnTo>
                  <a:lnTo>
                    <a:pt x="11734" y="289628"/>
                  </a:lnTo>
                  <a:lnTo>
                    <a:pt x="25863" y="245363"/>
                  </a:lnTo>
                  <a:lnTo>
                    <a:pt x="45019" y="203605"/>
                  </a:lnTo>
                  <a:lnTo>
                    <a:pt x="68842" y="164714"/>
                  </a:lnTo>
                  <a:lnTo>
                    <a:pt x="96972" y="129050"/>
                  </a:lnTo>
                  <a:lnTo>
                    <a:pt x="129050" y="96972"/>
                  </a:lnTo>
                  <a:lnTo>
                    <a:pt x="164714" y="68842"/>
                  </a:lnTo>
                  <a:lnTo>
                    <a:pt x="203605" y="45019"/>
                  </a:lnTo>
                  <a:lnTo>
                    <a:pt x="245363" y="25863"/>
                  </a:lnTo>
                  <a:lnTo>
                    <a:pt x="289628" y="11734"/>
                  </a:lnTo>
                  <a:lnTo>
                    <a:pt x="336039" y="2993"/>
                  </a:lnTo>
                  <a:lnTo>
                    <a:pt x="384237" y="0"/>
                  </a:lnTo>
                  <a:lnTo>
                    <a:pt x="2750410" y="0"/>
                  </a:lnTo>
                  <a:lnTo>
                    <a:pt x="2798608" y="2993"/>
                  </a:lnTo>
                  <a:lnTo>
                    <a:pt x="2845019" y="11734"/>
                  </a:lnTo>
                  <a:lnTo>
                    <a:pt x="2889284" y="25863"/>
                  </a:lnTo>
                  <a:lnTo>
                    <a:pt x="2931042" y="45019"/>
                  </a:lnTo>
                  <a:lnTo>
                    <a:pt x="2969933" y="68842"/>
                  </a:lnTo>
                  <a:lnTo>
                    <a:pt x="3005597" y="96972"/>
                  </a:lnTo>
                  <a:lnTo>
                    <a:pt x="3037675" y="129050"/>
                  </a:lnTo>
                  <a:lnTo>
                    <a:pt x="3065805" y="164714"/>
                  </a:lnTo>
                  <a:lnTo>
                    <a:pt x="3089628" y="203605"/>
                  </a:lnTo>
                  <a:lnTo>
                    <a:pt x="3108784" y="245363"/>
                  </a:lnTo>
                  <a:lnTo>
                    <a:pt x="3122913" y="289628"/>
                  </a:lnTo>
                  <a:lnTo>
                    <a:pt x="3131654" y="336040"/>
                  </a:lnTo>
                  <a:lnTo>
                    <a:pt x="3134648" y="384238"/>
                  </a:lnTo>
                  <a:lnTo>
                    <a:pt x="3134648" y="1921149"/>
                  </a:lnTo>
                  <a:lnTo>
                    <a:pt x="3131654" y="1969347"/>
                  </a:lnTo>
                  <a:lnTo>
                    <a:pt x="3122913" y="2015758"/>
                  </a:lnTo>
                  <a:lnTo>
                    <a:pt x="3108784" y="2060023"/>
                  </a:lnTo>
                  <a:lnTo>
                    <a:pt x="3089628" y="2101781"/>
                  </a:lnTo>
                  <a:lnTo>
                    <a:pt x="3065805" y="2140672"/>
                  </a:lnTo>
                  <a:lnTo>
                    <a:pt x="3037675" y="2176336"/>
                  </a:lnTo>
                  <a:lnTo>
                    <a:pt x="3005597" y="2208414"/>
                  </a:lnTo>
                  <a:lnTo>
                    <a:pt x="2969933" y="2236544"/>
                  </a:lnTo>
                  <a:lnTo>
                    <a:pt x="2931042" y="2260367"/>
                  </a:lnTo>
                  <a:lnTo>
                    <a:pt x="2889284" y="2279523"/>
                  </a:lnTo>
                  <a:lnTo>
                    <a:pt x="2845019" y="2293652"/>
                  </a:lnTo>
                  <a:lnTo>
                    <a:pt x="2798608" y="2302393"/>
                  </a:lnTo>
                  <a:lnTo>
                    <a:pt x="2750410" y="2305387"/>
                  </a:lnTo>
                  <a:lnTo>
                    <a:pt x="384237" y="2305387"/>
                  </a:lnTo>
                  <a:lnTo>
                    <a:pt x="336039" y="2302393"/>
                  </a:lnTo>
                  <a:lnTo>
                    <a:pt x="289628" y="2293652"/>
                  </a:lnTo>
                  <a:lnTo>
                    <a:pt x="245363" y="2279523"/>
                  </a:lnTo>
                  <a:lnTo>
                    <a:pt x="203605" y="2260367"/>
                  </a:lnTo>
                  <a:lnTo>
                    <a:pt x="164714" y="2236544"/>
                  </a:lnTo>
                  <a:lnTo>
                    <a:pt x="129050" y="2208414"/>
                  </a:lnTo>
                  <a:lnTo>
                    <a:pt x="96972" y="2176336"/>
                  </a:lnTo>
                  <a:lnTo>
                    <a:pt x="68842" y="2140672"/>
                  </a:lnTo>
                  <a:lnTo>
                    <a:pt x="45019" y="2101781"/>
                  </a:lnTo>
                  <a:lnTo>
                    <a:pt x="25863" y="2060023"/>
                  </a:lnTo>
                  <a:lnTo>
                    <a:pt x="11734" y="2015758"/>
                  </a:lnTo>
                  <a:lnTo>
                    <a:pt x="2993" y="1969347"/>
                  </a:lnTo>
                  <a:lnTo>
                    <a:pt x="0" y="1921149"/>
                  </a:lnTo>
                  <a:lnTo>
                    <a:pt x="0" y="38423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1999" y="3256266"/>
              <a:ext cx="396240" cy="198120"/>
            </a:xfrm>
            <a:custGeom>
              <a:avLst/>
              <a:gdLst/>
              <a:ahLst/>
              <a:cxnLst/>
              <a:rect l="l" t="t" r="r" b="b"/>
              <a:pathLst>
                <a:path w="396240" h="198120">
                  <a:moveTo>
                    <a:pt x="396240" y="0"/>
                  </a:moveTo>
                  <a:lnTo>
                    <a:pt x="0" y="0"/>
                  </a:lnTo>
                  <a:lnTo>
                    <a:pt x="0" y="197999"/>
                  </a:lnTo>
                  <a:lnTo>
                    <a:pt x="396240" y="197999"/>
                  </a:lnTo>
                  <a:lnTo>
                    <a:pt x="39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556" y="3325222"/>
              <a:ext cx="274998" cy="12112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56640" y="3272916"/>
              <a:ext cx="1706245" cy="485140"/>
            </a:xfrm>
            <a:custGeom>
              <a:avLst/>
              <a:gdLst/>
              <a:ahLst/>
              <a:cxnLst/>
              <a:rect l="l" t="t" r="r" b="b"/>
              <a:pathLst>
                <a:path w="1706245" h="485139">
                  <a:moveTo>
                    <a:pt x="288061" y="300253"/>
                  </a:moveTo>
                  <a:lnTo>
                    <a:pt x="0" y="300253"/>
                  </a:lnTo>
                  <a:lnTo>
                    <a:pt x="0" y="462254"/>
                  </a:lnTo>
                  <a:lnTo>
                    <a:pt x="288061" y="462254"/>
                  </a:lnTo>
                  <a:lnTo>
                    <a:pt x="288061" y="300253"/>
                  </a:lnTo>
                  <a:close/>
                </a:path>
                <a:path w="1706245" h="485139">
                  <a:moveTo>
                    <a:pt x="1150823" y="322999"/>
                  </a:moveTo>
                  <a:lnTo>
                    <a:pt x="862761" y="322999"/>
                  </a:lnTo>
                  <a:lnTo>
                    <a:pt x="862761" y="485000"/>
                  </a:lnTo>
                  <a:lnTo>
                    <a:pt x="1150823" y="485000"/>
                  </a:lnTo>
                  <a:lnTo>
                    <a:pt x="1150823" y="322999"/>
                  </a:lnTo>
                  <a:close/>
                </a:path>
                <a:path w="1706245" h="485139">
                  <a:moveTo>
                    <a:pt x="1705991" y="64566"/>
                  </a:moveTo>
                  <a:lnTo>
                    <a:pt x="1659674" y="64566"/>
                  </a:lnTo>
                  <a:lnTo>
                    <a:pt x="1659674" y="46164"/>
                  </a:lnTo>
                  <a:lnTo>
                    <a:pt x="1570532" y="46164"/>
                  </a:lnTo>
                  <a:lnTo>
                    <a:pt x="1570532" y="8191"/>
                  </a:lnTo>
                  <a:lnTo>
                    <a:pt x="1552562" y="8191"/>
                  </a:lnTo>
                  <a:lnTo>
                    <a:pt x="1552562" y="1358"/>
                  </a:lnTo>
                  <a:lnTo>
                    <a:pt x="1317967" y="1358"/>
                  </a:lnTo>
                  <a:lnTo>
                    <a:pt x="1315250" y="0"/>
                  </a:lnTo>
                  <a:lnTo>
                    <a:pt x="1314564" y="1358"/>
                  </a:lnTo>
                  <a:lnTo>
                    <a:pt x="1264500" y="1358"/>
                  </a:lnTo>
                  <a:lnTo>
                    <a:pt x="1264500" y="101701"/>
                  </a:lnTo>
                  <a:lnTo>
                    <a:pt x="1242910" y="144957"/>
                  </a:lnTo>
                  <a:lnTo>
                    <a:pt x="1264500" y="155740"/>
                  </a:lnTo>
                  <a:lnTo>
                    <a:pt x="1264500" y="163360"/>
                  </a:lnTo>
                  <a:lnTo>
                    <a:pt x="1279779" y="163360"/>
                  </a:lnTo>
                  <a:lnTo>
                    <a:pt x="1282471" y="164706"/>
                  </a:lnTo>
                  <a:lnTo>
                    <a:pt x="1282471" y="170192"/>
                  </a:lnTo>
                  <a:lnTo>
                    <a:pt x="1293469" y="170192"/>
                  </a:lnTo>
                  <a:lnTo>
                    <a:pt x="1500670" y="273583"/>
                  </a:lnTo>
                  <a:lnTo>
                    <a:pt x="1524127" y="226568"/>
                  </a:lnTo>
                  <a:lnTo>
                    <a:pt x="1705991" y="226568"/>
                  </a:lnTo>
                  <a:lnTo>
                    <a:pt x="1705991" y="645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761" y="3534911"/>
              <a:ext cx="279908" cy="12112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994" y="3556127"/>
              <a:ext cx="281545" cy="12276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0968" y="3281680"/>
              <a:ext cx="320829" cy="12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dirty="0" spc="-110"/>
              <a:t> </a:t>
            </a:r>
            <a:r>
              <a:rPr dirty="0" spc="-10"/>
              <a:t>mechanism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7104" y="1218761"/>
            <a:ext cx="5236532" cy="34502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7104" y="1712775"/>
            <a:ext cx="4275328" cy="21539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53058" y="4357244"/>
            <a:ext cx="2842769" cy="26212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44446" y="3795645"/>
            <a:ext cx="2019807" cy="428751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4739640" y="2936152"/>
            <a:ext cx="2155190" cy="768350"/>
            <a:chOff x="4739640" y="2936152"/>
            <a:chExt cx="2155190" cy="768350"/>
          </a:xfrm>
        </p:grpSpPr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39640" y="2936152"/>
              <a:ext cx="1493519" cy="76809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233026" y="3132123"/>
              <a:ext cx="661670" cy="193040"/>
            </a:xfrm>
            <a:custGeom>
              <a:avLst/>
              <a:gdLst/>
              <a:ahLst/>
              <a:cxnLst/>
              <a:rect l="l" t="t" r="r" b="b"/>
              <a:pathLst>
                <a:path w="661670" h="193039">
                  <a:moveTo>
                    <a:pt x="319868" y="122497"/>
                  </a:moveTo>
                  <a:lnTo>
                    <a:pt x="312003" y="128731"/>
                  </a:lnTo>
                  <a:lnTo>
                    <a:pt x="311739" y="128908"/>
                  </a:lnTo>
                  <a:lnTo>
                    <a:pt x="311303" y="129128"/>
                  </a:lnTo>
                  <a:lnTo>
                    <a:pt x="300362" y="135340"/>
                  </a:lnTo>
                  <a:lnTo>
                    <a:pt x="248462" y="153977"/>
                  </a:lnTo>
                  <a:lnTo>
                    <a:pt x="202379" y="164641"/>
                  </a:lnTo>
                  <a:lnTo>
                    <a:pt x="149463" y="173316"/>
                  </a:lnTo>
                  <a:lnTo>
                    <a:pt x="61657" y="181599"/>
                  </a:lnTo>
                  <a:lnTo>
                    <a:pt x="0" y="183316"/>
                  </a:lnTo>
                  <a:lnTo>
                    <a:pt x="217" y="191121"/>
                  </a:lnTo>
                  <a:lnTo>
                    <a:pt x="265" y="192838"/>
                  </a:lnTo>
                  <a:lnTo>
                    <a:pt x="61922" y="191121"/>
                  </a:lnTo>
                  <a:lnTo>
                    <a:pt x="121895" y="186254"/>
                  </a:lnTo>
                  <a:lnTo>
                    <a:pt x="178059" y="178677"/>
                  </a:lnTo>
                  <a:lnTo>
                    <a:pt x="228381" y="168845"/>
                  </a:lnTo>
                  <a:lnTo>
                    <a:pt x="271040" y="157179"/>
                  </a:lnTo>
                  <a:lnTo>
                    <a:pt x="316692" y="137022"/>
                  </a:lnTo>
                  <a:lnTo>
                    <a:pt x="331578" y="122961"/>
                  </a:lnTo>
                  <a:lnTo>
                    <a:pt x="319507" y="122961"/>
                  </a:lnTo>
                  <a:lnTo>
                    <a:pt x="319868" y="122497"/>
                  </a:lnTo>
                  <a:close/>
                </a:path>
                <a:path w="661670" h="193039">
                  <a:moveTo>
                    <a:pt x="332219" y="122138"/>
                  </a:moveTo>
                  <a:lnTo>
                    <a:pt x="320327" y="122138"/>
                  </a:lnTo>
                  <a:lnTo>
                    <a:pt x="319507" y="122961"/>
                  </a:lnTo>
                  <a:lnTo>
                    <a:pt x="331578" y="122961"/>
                  </a:lnTo>
                  <a:lnTo>
                    <a:pt x="332219" y="122138"/>
                  </a:lnTo>
                  <a:close/>
                </a:path>
                <a:path w="661670" h="193039">
                  <a:moveTo>
                    <a:pt x="324439" y="116626"/>
                  </a:moveTo>
                  <a:lnTo>
                    <a:pt x="319868" y="122497"/>
                  </a:lnTo>
                  <a:lnTo>
                    <a:pt x="320327" y="122138"/>
                  </a:lnTo>
                  <a:lnTo>
                    <a:pt x="332219" y="122138"/>
                  </a:lnTo>
                  <a:lnTo>
                    <a:pt x="332945" y="121204"/>
                  </a:lnTo>
                  <a:lnTo>
                    <a:pt x="333232" y="120624"/>
                  </a:lnTo>
                  <a:lnTo>
                    <a:pt x="334043" y="117565"/>
                  </a:lnTo>
                  <a:lnTo>
                    <a:pt x="324190" y="117565"/>
                  </a:lnTo>
                  <a:lnTo>
                    <a:pt x="324439" y="116626"/>
                  </a:lnTo>
                  <a:close/>
                </a:path>
                <a:path w="661670" h="193039">
                  <a:moveTo>
                    <a:pt x="325036" y="115859"/>
                  </a:moveTo>
                  <a:lnTo>
                    <a:pt x="324439" y="116626"/>
                  </a:lnTo>
                  <a:lnTo>
                    <a:pt x="324190" y="117565"/>
                  </a:lnTo>
                  <a:lnTo>
                    <a:pt x="325036" y="115859"/>
                  </a:lnTo>
                  <a:close/>
                </a:path>
                <a:path w="661670" h="193039">
                  <a:moveTo>
                    <a:pt x="334495" y="115859"/>
                  </a:moveTo>
                  <a:lnTo>
                    <a:pt x="325036" y="115859"/>
                  </a:lnTo>
                  <a:lnTo>
                    <a:pt x="324190" y="117565"/>
                  </a:lnTo>
                  <a:lnTo>
                    <a:pt x="334043" y="117565"/>
                  </a:lnTo>
                  <a:lnTo>
                    <a:pt x="334495" y="115859"/>
                  </a:lnTo>
                  <a:close/>
                </a:path>
                <a:path w="661670" h="193039">
                  <a:moveTo>
                    <a:pt x="584937" y="33739"/>
                  </a:moveTo>
                  <a:lnTo>
                    <a:pt x="539296" y="37019"/>
                  </a:lnTo>
                  <a:lnTo>
                    <a:pt x="483184" y="44599"/>
                  </a:lnTo>
                  <a:lnTo>
                    <a:pt x="432827" y="54449"/>
                  </a:lnTo>
                  <a:lnTo>
                    <a:pt x="390094" y="66156"/>
                  </a:lnTo>
                  <a:lnTo>
                    <a:pt x="344688" y="86231"/>
                  </a:lnTo>
                  <a:lnTo>
                    <a:pt x="324439" y="116626"/>
                  </a:lnTo>
                  <a:lnTo>
                    <a:pt x="325036" y="115859"/>
                  </a:lnTo>
                  <a:lnTo>
                    <a:pt x="334495" y="115859"/>
                  </a:lnTo>
                  <a:lnTo>
                    <a:pt x="336738" y="107395"/>
                  </a:lnTo>
                  <a:lnTo>
                    <a:pt x="336344" y="107395"/>
                  </a:lnTo>
                  <a:lnTo>
                    <a:pt x="337190" y="105689"/>
                  </a:lnTo>
                  <a:lnTo>
                    <a:pt x="337671" y="105689"/>
                  </a:lnTo>
                  <a:lnTo>
                    <a:pt x="341231" y="101116"/>
                  </a:lnTo>
                  <a:lnTo>
                    <a:pt x="341053" y="101116"/>
                  </a:lnTo>
                  <a:lnTo>
                    <a:pt x="341872" y="100293"/>
                  </a:lnTo>
                  <a:lnTo>
                    <a:pt x="342103" y="100293"/>
                  </a:lnTo>
                  <a:lnTo>
                    <a:pt x="349463" y="94523"/>
                  </a:lnTo>
                  <a:lnTo>
                    <a:pt x="349637" y="94349"/>
                  </a:lnTo>
                  <a:lnTo>
                    <a:pt x="349956" y="94134"/>
                  </a:lnTo>
                  <a:lnTo>
                    <a:pt x="350551" y="93859"/>
                  </a:lnTo>
                  <a:lnTo>
                    <a:pt x="361442" y="87701"/>
                  </a:lnTo>
                  <a:lnTo>
                    <a:pt x="375988" y="81315"/>
                  </a:lnTo>
                  <a:lnTo>
                    <a:pt x="413117" y="69221"/>
                  </a:lnTo>
                  <a:lnTo>
                    <a:pt x="459150" y="58583"/>
                  </a:lnTo>
                  <a:lnTo>
                    <a:pt x="512046" y="49919"/>
                  </a:lnTo>
                  <a:lnTo>
                    <a:pt x="585299" y="43259"/>
                  </a:lnTo>
                  <a:lnTo>
                    <a:pt x="585062" y="37019"/>
                  </a:lnTo>
                  <a:lnTo>
                    <a:pt x="584937" y="33739"/>
                  </a:lnTo>
                  <a:close/>
                </a:path>
                <a:path w="661670" h="193039">
                  <a:moveTo>
                    <a:pt x="337190" y="105689"/>
                  </a:moveTo>
                  <a:lnTo>
                    <a:pt x="336344" y="107395"/>
                  </a:lnTo>
                  <a:lnTo>
                    <a:pt x="336941" y="106627"/>
                  </a:lnTo>
                  <a:lnTo>
                    <a:pt x="337190" y="105689"/>
                  </a:lnTo>
                  <a:close/>
                </a:path>
                <a:path w="661670" h="193039">
                  <a:moveTo>
                    <a:pt x="336941" y="106627"/>
                  </a:moveTo>
                  <a:lnTo>
                    <a:pt x="336344" y="107395"/>
                  </a:lnTo>
                  <a:lnTo>
                    <a:pt x="336738" y="107395"/>
                  </a:lnTo>
                  <a:lnTo>
                    <a:pt x="336941" y="106627"/>
                  </a:lnTo>
                  <a:close/>
                </a:path>
                <a:path w="661670" h="193039">
                  <a:moveTo>
                    <a:pt x="337671" y="105689"/>
                  </a:moveTo>
                  <a:lnTo>
                    <a:pt x="337190" y="105689"/>
                  </a:lnTo>
                  <a:lnTo>
                    <a:pt x="336941" y="106627"/>
                  </a:lnTo>
                  <a:lnTo>
                    <a:pt x="337671" y="105689"/>
                  </a:lnTo>
                  <a:close/>
                </a:path>
                <a:path w="661670" h="193039">
                  <a:moveTo>
                    <a:pt x="341511" y="100757"/>
                  </a:moveTo>
                  <a:lnTo>
                    <a:pt x="341053" y="101116"/>
                  </a:lnTo>
                  <a:lnTo>
                    <a:pt x="341231" y="101116"/>
                  </a:lnTo>
                  <a:lnTo>
                    <a:pt x="341511" y="100757"/>
                  </a:lnTo>
                  <a:close/>
                </a:path>
                <a:path w="661670" h="193039">
                  <a:moveTo>
                    <a:pt x="342103" y="100293"/>
                  </a:moveTo>
                  <a:lnTo>
                    <a:pt x="341872" y="100293"/>
                  </a:lnTo>
                  <a:lnTo>
                    <a:pt x="341511" y="100757"/>
                  </a:lnTo>
                  <a:lnTo>
                    <a:pt x="342103" y="100293"/>
                  </a:lnTo>
                  <a:close/>
                </a:path>
                <a:path w="661670" h="193039">
                  <a:moveTo>
                    <a:pt x="656089" y="32839"/>
                  </a:moveTo>
                  <a:lnTo>
                    <a:pt x="597452" y="32839"/>
                  </a:lnTo>
                  <a:lnTo>
                    <a:pt x="598134" y="42339"/>
                  </a:lnTo>
                  <a:lnTo>
                    <a:pt x="585299" y="43259"/>
                  </a:lnTo>
                  <a:lnTo>
                    <a:pt x="586414" y="72599"/>
                  </a:lnTo>
                  <a:lnTo>
                    <a:pt x="586510" y="75123"/>
                  </a:lnTo>
                  <a:lnTo>
                    <a:pt x="586549" y="76144"/>
                  </a:lnTo>
                  <a:lnTo>
                    <a:pt x="661247" y="35177"/>
                  </a:lnTo>
                  <a:lnTo>
                    <a:pt x="656089" y="32839"/>
                  </a:lnTo>
                  <a:close/>
                </a:path>
                <a:path w="661670" h="193039">
                  <a:moveTo>
                    <a:pt x="597452" y="32839"/>
                  </a:moveTo>
                  <a:lnTo>
                    <a:pt x="584937" y="33739"/>
                  </a:lnTo>
                  <a:lnTo>
                    <a:pt x="585194" y="40499"/>
                  </a:lnTo>
                  <a:lnTo>
                    <a:pt x="585299" y="43259"/>
                  </a:lnTo>
                  <a:lnTo>
                    <a:pt x="598134" y="42339"/>
                  </a:lnTo>
                  <a:lnTo>
                    <a:pt x="597620" y="35177"/>
                  </a:lnTo>
                  <a:lnTo>
                    <a:pt x="597517" y="33739"/>
                  </a:lnTo>
                  <a:lnTo>
                    <a:pt x="597452" y="32839"/>
                  </a:lnTo>
                  <a:close/>
                </a:path>
                <a:path w="661670" h="193039">
                  <a:moveTo>
                    <a:pt x="583655" y="0"/>
                  </a:moveTo>
                  <a:lnTo>
                    <a:pt x="584903" y="32839"/>
                  </a:lnTo>
                  <a:lnTo>
                    <a:pt x="584937" y="33739"/>
                  </a:lnTo>
                  <a:lnTo>
                    <a:pt x="597452" y="32839"/>
                  </a:lnTo>
                  <a:lnTo>
                    <a:pt x="656089" y="32839"/>
                  </a:lnTo>
                  <a:lnTo>
                    <a:pt x="583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798332" y="2459460"/>
            <a:ext cx="3145790" cy="292735"/>
            <a:chOff x="3798332" y="2459460"/>
            <a:chExt cx="3145790" cy="292735"/>
          </a:xfrm>
        </p:grpSpPr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8332" y="2485420"/>
              <a:ext cx="3145536" cy="24993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677049" y="2459460"/>
              <a:ext cx="213360" cy="292735"/>
            </a:xfrm>
            <a:custGeom>
              <a:avLst/>
              <a:gdLst/>
              <a:ahLst/>
              <a:cxnLst/>
              <a:rect l="l" t="t" r="r" b="b"/>
              <a:pathLst>
                <a:path w="213359" h="292735">
                  <a:moveTo>
                    <a:pt x="213365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213365" y="292608"/>
                  </a:lnTo>
                  <a:lnTo>
                    <a:pt x="213365" y="0"/>
                  </a:lnTo>
                  <a:close/>
                </a:path>
              </a:pathLst>
            </a:custGeom>
            <a:solidFill>
              <a:srgbClr val="C6F073">
                <a:alpha val="4117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1264910" y="6453931"/>
            <a:ext cx="6624320" cy="400685"/>
          </a:xfrm>
          <a:custGeom>
            <a:avLst/>
            <a:gdLst/>
            <a:ahLst/>
            <a:cxnLst/>
            <a:rect l="l" t="t" r="r" b="b"/>
            <a:pathLst>
              <a:path w="6624320" h="400684">
                <a:moveTo>
                  <a:pt x="6624029" y="0"/>
                </a:moveTo>
                <a:lnTo>
                  <a:pt x="0" y="0"/>
                </a:lnTo>
                <a:lnTo>
                  <a:pt x="0" y="400109"/>
                </a:lnTo>
                <a:lnTo>
                  <a:pt x="6624029" y="400109"/>
                </a:lnTo>
                <a:lnTo>
                  <a:pt x="66240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3801441" y="4934204"/>
            <a:ext cx="5163820" cy="1172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rebuchet MS"/>
                <a:cs typeface="Trebuchet MS"/>
              </a:rPr>
              <a:t>”</a:t>
            </a:r>
            <a:r>
              <a:rPr dirty="0" sz="1800" i="1">
                <a:latin typeface="Times New Roman"/>
                <a:cs typeface="Times New Roman"/>
              </a:rPr>
              <a:t>Alignment</a:t>
            </a:r>
            <a:r>
              <a:rPr dirty="0" sz="1600">
                <a:latin typeface="Trebuchet MS"/>
                <a:cs typeface="Trebuchet MS"/>
              </a:rPr>
              <a:t>”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model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scores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how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well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the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input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position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50" i="1">
                <a:latin typeface="Times New Roman"/>
                <a:cs typeface="Times New Roman"/>
              </a:rPr>
              <a:t>j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 sz="1600">
                <a:latin typeface="Trebuchet MS"/>
                <a:cs typeface="Trebuchet MS"/>
              </a:rPr>
              <a:t>matches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with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the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output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position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35" i="1">
                <a:latin typeface="Times New Roman"/>
                <a:cs typeface="Times New Roman"/>
              </a:rPr>
              <a:t>i</a:t>
            </a:r>
            <a:r>
              <a:rPr dirty="0" sz="1600" spc="-35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328295" marR="246379" indent="-285750">
              <a:lnSpc>
                <a:spcPct val="103699"/>
              </a:lnSpc>
              <a:spcBef>
                <a:spcPts val="910"/>
              </a:spcBef>
            </a:pPr>
            <a:r>
              <a:rPr dirty="0" sz="1600">
                <a:latin typeface="Wingdings"/>
                <a:cs typeface="Wingdings"/>
              </a:rPr>
              <a:t>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>
                <a:latin typeface="Trebuchet MS"/>
                <a:cs typeface="Trebuchet MS"/>
              </a:rPr>
              <a:t>Attention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mechanism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can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model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c</a:t>
            </a:r>
            <a:r>
              <a:rPr dirty="0" baseline="-15151" sz="1650" i="1">
                <a:latin typeface="Times New Roman"/>
                <a:cs typeface="Times New Roman"/>
              </a:rPr>
              <a:t>i</a:t>
            </a:r>
            <a:r>
              <a:rPr dirty="0" baseline="-15151" sz="1650" spc="-6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(attended</a:t>
            </a:r>
            <a:r>
              <a:rPr dirty="0" sz="1600" spc="-25" i="1">
                <a:latin typeface="Times New Roman"/>
                <a:cs typeface="Times New Roman"/>
              </a:rPr>
              <a:t> </a:t>
            </a:r>
            <a:r>
              <a:rPr dirty="0" sz="1600" spc="-10" i="1">
                <a:latin typeface="Times New Roman"/>
                <a:cs typeface="Times New Roman"/>
              </a:rPr>
              <a:t>context</a:t>
            </a:r>
            <a:r>
              <a:rPr dirty="0" sz="1600" spc="-1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vector)</a:t>
            </a:r>
            <a:r>
              <a:rPr dirty="0" sz="1600" spc="50" i="1">
                <a:latin typeface="Times New Roman"/>
                <a:cs typeface="Times New Roman"/>
              </a:rPr>
              <a:t> </a:t>
            </a:r>
            <a:r>
              <a:rPr dirty="0" sz="1600">
                <a:latin typeface="Trebuchet MS"/>
                <a:cs typeface="Trebuchet MS"/>
              </a:rPr>
              <a:t>regardless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of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the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input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length.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706337" y="2823476"/>
            <a:ext cx="5327015" cy="0"/>
          </a:xfrm>
          <a:custGeom>
            <a:avLst/>
            <a:gdLst/>
            <a:ahLst/>
            <a:cxnLst/>
            <a:rect l="l" t="t" r="r" b="b"/>
            <a:pathLst>
              <a:path w="5327015" h="0">
                <a:moveTo>
                  <a:pt x="0" y="0"/>
                </a:moveTo>
                <a:lnTo>
                  <a:pt x="5326896" y="1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831506" y="5867400"/>
            <a:ext cx="560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4F81BD"/>
                </a:solidFill>
                <a:latin typeface="Trebuchet MS"/>
                <a:cs typeface="Trebuchet MS"/>
              </a:rPr>
              <a:t>Encoder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754461" y="1194815"/>
            <a:ext cx="5702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C0504D"/>
                </a:solidFill>
                <a:latin typeface="Trebuchet MS"/>
                <a:cs typeface="Trebuchet MS"/>
              </a:rPr>
              <a:t>Decoder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67562" y="3169411"/>
            <a:ext cx="75438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Define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800">
              <a:latin typeface="Trebuchet MS"/>
              <a:cs typeface="Trebuchet MS"/>
            </a:endParaRPr>
          </a:p>
          <a:p>
            <a:pPr marL="21590">
              <a:lnSpc>
                <a:spcPct val="100000"/>
              </a:lnSpc>
            </a:pPr>
            <a:r>
              <a:rPr dirty="0" sz="1800" spc="-10">
                <a:latin typeface="Trebuchet MS"/>
                <a:cs typeface="Trebuchet MS"/>
              </a:rPr>
              <a:t>where,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03210" y="2102182"/>
            <a:ext cx="3031743" cy="262127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1360192" y="2195273"/>
            <a:ext cx="188595" cy="154305"/>
          </a:xfrm>
          <a:custGeom>
            <a:avLst/>
            <a:gdLst/>
            <a:ahLst/>
            <a:cxnLst/>
            <a:rect l="l" t="t" r="r" b="b"/>
            <a:pathLst>
              <a:path w="188594" h="154305">
                <a:moveTo>
                  <a:pt x="188183" y="0"/>
                </a:moveTo>
                <a:lnTo>
                  <a:pt x="0" y="0"/>
                </a:lnTo>
                <a:lnTo>
                  <a:pt x="0" y="154121"/>
                </a:lnTo>
                <a:lnTo>
                  <a:pt x="188183" y="154121"/>
                </a:lnTo>
                <a:lnTo>
                  <a:pt x="1881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369697" y="2157984"/>
            <a:ext cx="1873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i-</a:t>
            </a:r>
            <a:r>
              <a:rPr dirty="0" sz="1100" spc="-6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334166" y="2184239"/>
            <a:ext cx="94615" cy="27368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310"/>
              </a:lnSpc>
            </a:pPr>
            <a:r>
              <a:rPr dirty="0" sz="1100" spc="-50">
                <a:latin typeface="Cambria"/>
                <a:cs typeface="Cambria"/>
              </a:rPr>
              <a:t>i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388746" y="1689691"/>
            <a:ext cx="319405" cy="1771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7780" rIns="0" bIns="0" rtlCol="0" vert="horz">
            <a:spAutoFit/>
          </a:bodyPr>
          <a:lstStyle/>
          <a:p>
            <a:pPr marL="6350">
              <a:lnSpc>
                <a:spcPts val="1255"/>
              </a:lnSpc>
              <a:spcBef>
                <a:spcPts val="140"/>
              </a:spcBef>
            </a:pPr>
            <a:r>
              <a:rPr dirty="0" sz="1100" spc="-10">
                <a:latin typeface="Cambria"/>
                <a:cs typeface="Cambria"/>
              </a:rPr>
              <a:t>i-</a:t>
            </a:r>
            <a:r>
              <a:rPr dirty="0" sz="1100" spc="-6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301565" y="1703016"/>
            <a:ext cx="94615" cy="1771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98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55"/>
              </a:spcBef>
            </a:pPr>
            <a:r>
              <a:rPr dirty="0" sz="1100" spc="-50">
                <a:latin typeface="Cambria"/>
                <a:cs typeface="Cambria"/>
              </a:rPr>
              <a:t>i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17104" y="936247"/>
            <a:ext cx="1938527" cy="219456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80766" y="938662"/>
            <a:ext cx="1966975" cy="217424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6973013" y="2864611"/>
            <a:ext cx="2097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Convex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combination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95284" y="3177052"/>
            <a:ext cx="963237" cy="625607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1343651" y="6498682"/>
            <a:ext cx="6306820" cy="3200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Bahdanau,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Dzmitry,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Kyunghyun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Cho,</a:t>
            </a:r>
            <a:r>
              <a:rPr dirty="0" sz="10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Yoshua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Bengio.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"Neural</a:t>
            </a:r>
            <a:r>
              <a:rPr dirty="0" sz="10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machine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translation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by</a:t>
            </a:r>
            <a:r>
              <a:rPr dirty="0" sz="10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jointly</a:t>
            </a:r>
            <a:r>
              <a:rPr dirty="0" sz="10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learning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2222"/>
                </a:solidFill>
                <a:latin typeface="Arial"/>
                <a:cs typeface="Arial"/>
              </a:rPr>
              <a:t>align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000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translate."</a:t>
            </a:r>
            <a:r>
              <a:rPr dirty="0" sz="1000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arXiv</a:t>
            </a:r>
            <a:r>
              <a:rPr dirty="0" sz="1000" spc="-3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preprint</a:t>
            </a:r>
            <a:r>
              <a:rPr dirty="0" sz="10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arXiv:1409.0473</a:t>
            </a:r>
            <a:r>
              <a:rPr dirty="0" sz="10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2222"/>
                </a:solidFill>
                <a:latin typeface="Arial"/>
                <a:cs typeface="Arial"/>
              </a:rPr>
              <a:t>(2014).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22577" y="1450346"/>
            <a:ext cx="3160395" cy="4335780"/>
            <a:chOff x="322577" y="1450346"/>
            <a:chExt cx="3160395" cy="43357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775" y="1601322"/>
              <a:ext cx="3024011" cy="408638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71264" y="3858046"/>
              <a:ext cx="3098800" cy="1915160"/>
            </a:xfrm>
            <a:custGeom>
              <a:avLst/>
              <a:gdLst/>
              <a:ahLst/>
              <a:cxnLst/>
              <a:rect l="l" t="t" r="r" b="b"/>
              <a:pathLst>
                <a:path w="3098800" h="1915160">
                  <a:moveTo>
                    <a:pt x="0" y="319162"/>
                  </a:moveTo>
                  <a:lnTo>
                    <a:pt x="3460" y="271998"/>
                  </a:lnTo>
                  <a:lnTo>
                    <a:pt x="13512" y="226983"/>
                  </a:lnTo>
                  <a:lnTo>
                    <a:pt x="29663" y="184611"/>
                  </a:lnTo>
                  <a:lnTo>
                    <a:pt x="51418" y="145374"/>
                  </a:lnTo>
                  <a:lnTo>
                    <a:pt x="78284" y="109768"/>
                  </a:lnTo>
                  <a:lnTo>
                    <a:pt x="109768" y="78285"/>
                  </a:lnTo>
                  <a:lnTo>
                    <a:pt x="145374" y="51418"/>
                  </a:lnTo>
                  <a:lnTo>
                    <a:pt x="184610" y="29663"/>
                  </a:lnTo>
                  <a:lnTo>
                    <a:pt x="226983" y="13513"/>
                  </a:lnTo>
                  <a:lnTo>
                    <a:pt x="271998" y="3460"/>
                  </a:lnTo>
                  <a:lnTo>
                    <a:pt x="319161" y="0"/>
                  </a:lnTo>
                  <a:lnTo>
                    <a:pt x="2779500" y="0"/>
                  </a:lnTo>
                  <a:lnTo>
                    <a:pt x="2826663" y="3460"/>
                  </a:lnTo>
                  <a:lnTo>
                    <a:pt x="2871678" y="13513"/>
                  </a:lnTo>
                  <a:lnTo>
                    <a:pt x="2914050" y="29663"/>
                  </a:lnTo>
                  <a:lnTo>
                    <a:pt x="2953286" y="51418"/>
                  </a:lnTo>
                  <a:lnTo>
                    <a:pt x="2988893" y="78285"/>
                  </a:lnTo>
                  <a:lnTo>
                    <a:pt x="3020376" y="109768"/>
                  </a:lnTo>
                  <a:lnTo>
                    <a:pt x="3047242" y="145374"/>
                  </a:lnTo>
                  <a:lnTo>
                    <a:pt x="3068997" y="184611"/>
                  </a:lnTo>
                  <a:lnTo>
                    <a:pt x="3085148" y="226983"/>
                  </a:lnTo>
                  <a:lnTo>
                    <a:pt x="3095200" y="271998"/>
                  </a:lnTo>
                  <a:lnTo>
                    <a:pt x="3098661" y="319162"/>
                  </a:lnTo>
                  <a:lnTo>
                    <a:pt x="3098661" y="1595769"/>
                  </a:lnTo>
                  <a:lnTo>
                    <a:pt x="3095200" y="1642932"/>
                  </a:lnTo>
                  <a:lnTo>
                    <a:pt x="3085148" y="1687947"/>
                  </a:lnTo>
                  <a:lnTo>
                    <a:pt x="3068997" y="1730319"/>
                  </a:lnTo>
                  <a:lnTo>
                    <a:pt x="3047242" y="1769555"/>
                  </a:lnTo>
                  <a:lnTo>
                    <a:pt x="3020376" y="1805162"/>
                  </a:lnTo>
                  <a:lnTo>
                    <a:pt x="2988893" y="1836645"/>
                  </a:lnTo>
                  <a:lnTo>
                    <a:pt x="2953286" y="1863511"/>
                  </a:lnTo>
                  <a:lnTo>
                    <a:pt x="2914050" y="1885267"/>
                  </a:lnTo>
                  <a:lnTo>
                    <a:pt x="2871678" y="1901417"/>
                  </a:lnTo>
                  <a:lnTo>
                    <a:pt x="2826663" y="1911470"/>
                  </a:lnTo>
                  <a:lnTo>
                    <a:pt x="2779500" y="1914931"/>
                  </a:lnTo>
                  <a:lnTo>
                    <a:pt x="319161" y="1914931"/>
                  </a:lnTo>
                  <a:lnTo>
                    <a:pt x="271998" y="1911470"/>
                  </a:lnTo>
                  <a:lnTo>
                    <a:pt x="226983" y="1901417"/>
                  </a:lnTo>
                  <a:lnTo>
                    <a:pt x="184610" y="1885267"/>
                  </a:lnTo>
                  <a:lnTo>
                    <a:pt x="145374" y="1863511"/>
                  </a:lnTo>
                  <a:lnTo>
                    <a:pt x="109768" y="1836645"/>
                  </a:lnTo>
                  <a:lnTo>
                    <a:pt x="78284" y="1805162"/>
                  </a:lnTo>
                  <a:lnTo>
                    <a:pt x="51418" y="1769555"/>
                  </a:lnTo>
                  <a:lnTo>
                    <a:pt x="29663" y="1730319"/>
                  </a:lnTo>
                  <a:lnTo>
                    <a:pt x="13512" y="1687947"/>
                  </a:lnTo>
                  <a:lnTo>
                    <a:pt x="3460" y="1642932"/>
                  </a:lnTo>
                  <a:lnTo>
                    <a:pt x="0" y="1595769"/>
                  </a:lnTo>
                  <a:lnTo>
                    <a:pt x="0" y="319162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5277" y="1463046"/>
              <a:ext cx="3134995" cy="2305685"/>
            </a:xfrm>
            <a:custGeom>
              <a:avLst/>
              <a:gdLst/>
              <a:ahLst/>
              <a:cxnLst/>
              <a:rect l="l" t="t" r="r" b="b"/>
              <a:pathLst>
                <a:path w="3134995" h="2305685">
                  <a:moveTo>
                    <a:pt x="0" y="384238"/>
                  </a:moveTo>
                  <a:lnTo>
                    <a:pt x="2993" y="336040"/>
                  </a:lnTo>
                  <a:lnTo>
                    <a:pt x="11734" y="289628"/>
                  </a:lnTo>
                  <a:lnTo>
                    <a:pt x="25863" y="245363"/>
                  </a:lnTo>
                  <a:lnTo>
                    <a:pt x="45019" y="203605"/>
                  </a:lnTo>
                  <a:lnTo>
                    <a:pt x="68842" y="164714"/>
                  </a:lnTo>
                  <a:lnTo>
                    <a:pt x="96972" y="129050"/>
                  </a:lnTo>
                  <a:lnTo>
                    <a:pt x="129050" y="96972"/>
                  </a:lnTo>
                  <a:lnTo>
                    <a:pt x="164714" y="68842"/>
                  </a:lnTo>
                  <a:lnTo>
                    <a:pt x="203605" y="45019"/>
                  </a:lnTo>
                  <a:lnTo>
                    <a:pt x="245363" y="25863"/>
                  </a:lnTo>
                  <a:lnTo>
                    <a:pt x="289628" y="11734"/>
                  </a:lnTo>
                  <a:lnTo>
                    <a:pt x="336039" y="2993"/>
                  </a:lnTo>
                  <a:lnTo>
                    <a:pt x="384237" y="0"/>
                  </a:lnTo>
                  <a:lnTo>
                    <a:pt x="2750410" y="0"/>
                  </a:lnTo>
                  <a:lnTo>
                    <a:pt x="2798608" y="2993"/>
                  </a:lnTo>
                  <a:lnTo>
                    <a:pt x="2845019" y="11734"/>
                  </a:lnTo>
                  <a:lnTo>
                    <a:pt x="2889284" y="25863"/>
                  </a:lnTo>
                  <a:lnTo>
                    <a:pt x="2931042" y="45019"/>
                  </a:lnTo>
                  <a:lnTo>
                    <a:pt x="2969933" y="68842"/>
                  </a:lnTo>
                  <a:lnTo>
                    <a:pt x="3005597" y="96972"/>
                  </a:lnTo>
                  <a:lnTo>
                    <a:pt x="3037675" y="129050"/>
                  </a:lnTo>
                  <a:lnTo>
                    <a:pt x="3065805" y="164714"/>
                  </a:lnTo>
                  <a:lnTo>
                    <a:pt x="3089628" y="203605"/>
                  </a:lnTo>
                  <a:lnTo>
                    <a:pt x="3108784" y="245363"/>
                  </a:lnTo>
                  <a:lnTo>
                    <a:pt x="3122913" y="289628"/>
                  </a:lnTo>
                  <a:lnTo>
                    <a:pt x="3131654" y="336040"/>
                  </a:lnTo>
                  <a:lnTo>
                    <a:pt x="3134648" y="384238"/>
                  </a:lnTo>
                  <a:lnTo>
                    <a:pt x="3134648" y="1921149"/>
                  </a:lnTo>
                  <a:lnTo>
                    <a:pt x="3131654" y="1969347"/>
                  </a:lnTo>
                  <a:lnTo>
                    <a:pt x="3122913" y="2015758"/>
                  </a:lnTo>
                  <a:lnTo>
                    <a:pt x="3108784" y="2060023"/>
                  </a:lnTo>
                  <a:lnTo>
                    <a:pt x="3089628" y="2101781"/>
                  </a:lnTo>
                  <a:lnTo>
                    <a:pt x="3065805" y="2140672"/>
                  </a:lnTo>
                  <a:lnTo>
                    <a:pt x="3037675" y="2176336"/>
                  </a:lnTo>
                  <a:lnTo>
                    <a:pt x="3005597" y="2208414"/>
                  </a:lnTo>
                  <a:lnTo>
                    <a:pt x="2969933" y="2236544"/>
                  </a:lnTo>
                  <a:lnTo>
                    <a:pt x="2931042" y="2260367"/>
                  </a:lnTo>
                  <a:lnTo>
                    <a:pt x="2889284" y="2279523"/>
                  </a:lnTo>
                  <a:lnTo>
                    <a:pt x="2845019" y="2293652"/>
                  </a:lnTo>
                  <a:lnTo>
                    <a:pt x="2798608" y="2302393"/>
                  </a:lnTo>
                  <a:lnTo>
                    <a:pt x="2750410" y="2305387"/>
                  </a:lnTo>
                  <a:lnTo>
                    <a:pt x="384237" y="2305387"/>
                  </a:lnTo>
                  <a:lnTo>
                    <a:pt x="336039" y="2302393"/>
                  </a:lnTo>
                  <a:lnTo>
                    <a:pt x="289628" y="2293652"/>
                  </a:lnTo>
                  <a:lnTo>
                    <a:pt x="245363" y="2279523"/>
                  </a:lnTo>
                  <a:lnTo>
                    <a:pt x="203605" y="2260367"/>
                  </a:lnTo>
                  <a:lnTo>
                    <a:pt x="164714" y="2236544"/>
                  </a:lnTo>
                  <a:lnTo>
                    <a:pt x="129050" y="2208414"/>
                  </a:lnTo>
                  <a:lnTo>
                    <a:pt x="96972" y="2176336"/>
                  </a:lnTo>
                  <a:lnTo>
                    <a:pt x="68842" y="2140672"/>
                  </a:lnTo>
                  <a:lnTo>
                    <a:pt x="45019" y="2101781"/>
                  </a:lnTo>
                  <a:lnTo>
                    <a:pt x="25863" y="2060023"/>
                  </a:lnTo>
                  <a:lnTo>
                    <a:pt x="11734" y="2015758"/>
                  </a:lnTo>
                  <a:lnTo>
                    <a:pt x="2993" y="1969347"/>
                  </a:lnTo>
                  <a:lnTo>
                    <a:pt x="0" y="1921149"/>
                  </a:lnTo>
                  <a:lnTo>
                    <a:pt x="0" y="38423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1999" y="3256266"/>
              <a:ext cx="396240" cy="198120"/>
            </a:xfrm>
            <a:custGeom>
              <a:avLst/>
              <a:gdLst/>
              <a:ahLst/>
              <a:cxnLst/>
              <a:rect l="l" t="t" r="r" b="b"/>
              <a:pathLst>
                <a:path w="396240" h="198120">
                  <a:moveTo>
                    <a:pt x="396240" y="0"/>
                  </a:moveTo>
                  <a:lnTo>
                    <a:pt x="0" y="0"/>
                  </a:lnTo>
                  <a:lnTo>
                    <a:pt x="0" y="197999"/>
                  </a:lnTo>
                  <a:lnTo>
                    <a:pt x="396240" y="197999"/>
                  </a:lnTo>
                  <a:lnTo>
                    <a:pt x="39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556" y="3325222"/>
              <a:ext cx="274998" cy="12112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56640" y="3272916"/>
              <a:ext cx="1706245" cy="485140"/>
            </a:xfrm>
            <a:custGeom>
              <a:avLst/>
              <a:gdLst/>
              <a:ahLst/>
              <a:cxnLst/>
              <a:rect l="l" t="t" r="r" b="b"/>
              <a:pathLst>
                <a:path w="1706245" h="485139">
                  <a:moveTo>
                    <a:pt x="288061" y="300253"/>
                  </a:moveTo>
                  <a:lnTo>
                    <a:pt x="0" y="300253"/>
                  </a:lnTo>
                  <a:lnTo>
                    <a:pt x="0" y="462254"/>
                  </a:lnTo>
                  <a:lnTo>
                    <a:pt x="288061" y="462254"/>
                  </a:lnTo>
                  <a:lnTo>
                    <a:pt x="288061" y="300253"/>
                  </a:lnTo>
                  <a:close/>
                </a:path>
                <a:path w="1706245" h="485139">
                  <a:moveTo>
                    <a:pt x="1150823" y="322999"/>
                  </a:moveTo>
                  <a:lnTo>
                    <a:pt x="862761" y="322999"/>
                  </a:lnTo>
                  <a:lnTo>
                    <a:pt x="862761" y="485000"/>
                  </a:lnTo>
                  <a:lnTo>
                    <a:pt x="1150823" y="485000"/>
                  </a:lnTo>
                  <a:lnTo>
                    <a:pt x="1150823" y="322999"/>
                  </a:lnTo>
                  <a:close/>
                </a:path>
                <a:path w="1706245" h="485139">
                  <a:moveTo>
                    <a:pt x="1705991" y="64566"/>
                  </a:moveTo>
                  <a:lnTo>
                    <a:pt x="1659674" y="64566"/>
                  </a:lnTo>
                  <a:lnTo>
                    <a:pt x="1659674" y="46164"/>
                  </a:lnTo>
                  <a:lnTo>
                    <a:pt x="1570532" y="46164"/>
                  </a:lnTo>
                  <a:lnTo>
                    <a:pt x="1570532" y="8191"/>
                  </a:lnTo>
                  <a:lnTo>
                    <a:pt x="1552562" y="8191"/>
                  </a:lnTo>
                  <a:lnTo>
                    <a:pt x="1552562" y="1358"/>
                  </a:lnTo>
                  <a:lnTo>
                    <a:pt x="1317967" y="1358"/>
                  </a:lnTo>
                  <a:lnTo>
                    <a:pt x="1315250" y="0"/>
                  </a:lnTo>
                  <a:lnTo>
                    <a:pt x="1314564" y="1358"/>
                  </a:lnTo>
                  <a:lnTo>
                    <a:pt x="1264500" y="1358"/>
                  </a:lnTo>
                  <a:lnTo>
                    <a:pt x="1264500" y="101701"/>
                  </a:lnTo>
                  <a:lnTo>
                    <a:pt x="1242910" y="144957"/>
                  </a:lnTo>
                  <a:lnTo>
                    <a:pt x="1264500" y="155740"/>
                  </a:lnTo>
                  <a:lnTo>
                    <a:pt x="1264500" y="163360"/>
                  </a:lnTo>
                  <a:lnTo>
                    <a:pt x="1279779" y="163360"/>
                  </a:lnTo>
                  <a:lnTo>
                    <a:pt x="1282471" y="164706"/>
                  </a:lnTo>
                  <a:lnTo>
                    <a:pt x="1282471" y="170192"/>
                  </a:lnTo>
                  <a:lnTo>
                    <a:pt x="1293469" y="170192"/>
                  </a:lnTo>
                  <a:lnTo>
                    <a:pt x="1500670" y="273583"/>
                  </a:lnTo>
                  <a:lnTo>
                    <a:pt x="1524127" y="226568"/>
                  </a:lnTo>
                  <a:lnTo>
                    <a:pt x="1705991" y="226568"/>
                  </a:lnTo>
                  <a:lnTo>
                    <a:pt x="1705991" y="645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761" y="3534911"/>
              <a:ext cx="279908" cy="12112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994" y="3556127"/>
              <a:ext cx="281545" cy="12276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0968" y="3281680"/>
              <a:ext cx="320829" cy="12112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Attention</a:t>
            </a:r>
            <a:r>
              <a:rPr dirty="0" spc="-110"/>
              <a:t> </a:t>
            </a:r>
            <a:r>
              <a:rPr dirty="0" spc="-10"/>
              <a:t>mechanism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7104" y="1218761"/>
            <a:ext cx="5236532" cy="34502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7104" y="1712775"/>
            <a:ext cx="4275328" cy="215391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4953058" y="4357244"/>
            <a:ext cx="2842895" cy="288290"/>
            <a:chOff x="4953058" y="4357244"/>
            <a:chExt cx="2842895" cy="288290"/>
          </a:xfrm>
        </p:grpSpPr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3058" y="4357244"/>
              <a:ext cx="2842769" cy="26212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903563" y="4629533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 h="0">
                  <a:moveTo>
                    <a:pt x="0" y="0"/>
                  </a:moveTo>
                  <a:lnTo>
                    <a:pt x="416560" y="1"/>
                  </a:lnTo>
                </a:path>
              </a:pathLst>
            </a:custGeom>
            <a:ln w="31750">
              <a:solidFill>
                <a:srgbClr val="BE4B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452203" y="4629533"/>
              <a:ext cx="264160" cy="0"/>
            </a:xfrm>
            <a:custGeom>
              <a:avLst/>
              <a:gdLst/>
              <a:ahLst/>
              <a:cxnLst/>
              <a:rect l="l" t="t" r="r" b="b"/>
              <a:pathLst>
                <a:path w="264159" h="0">
                  <a:moveTo>
                    <a:pt x="0" y="0"/>
                  </a:moveTo>
                  <a:lnTo>
                    <a:pt x="264160" y="1"/>
                  </a:lnTo>
                </a:path>
              </a:pathLst>
            </a:custGeom>
            <a:ln w="3175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44446" y="3795645"/>
            <a:ext cx="2019807" cy="428751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4739640" y="2936152"/>
            <a:ext cx="1497965" cy="768350"/>
            <a:chOff x="4739640" y="2936152"/>
            <a:chExt cx="1497965" cy="768350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39640" y="2936152"/>
              <a:ext cx="1493519" cy="76809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972881" y="3506064"/>
              <a:ext cx="264160" cy="0"/>
            </a:xfrm>
            <a:custGeom>
              <a:avLst/>
              <a:gdLst/>
              <a:ahLst/>
              <a:cxnLst/>
              <a:rect l="l" t="t" r="r" b="b"/>
              <a:pathLst>
                <a:path w="264160" h="0">
                  <a:moveTo>
                    <a:pt x="0" y="0"/>
                  </a:moveTo>
                  <a:lnTo>
                    <a:pt x="264160" y="1"/>
                  </a:lnTo>
                </a:path>
              </a:pathLst>
            </a:custGeom>
            <a:ln w="3175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798332" y="2459460"/>
            <a:ext cx="3145790" cy="292735"/>
            <a:chOff x="3798332" y="2459460"/>
            <a:chExt cx="3145790" cy="292735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8332" y="2485420"/>
              <a:ext cx="3145536" cy="24993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677049" y="2459460"/>
              <a:ext cx="213360" cy="292735"/>
            </a:xfrm>
            <a:custGeom>
              <a:avLst/>
              <a:gdLst/>
              <a:ahLst/>
              <a:cxnLst/>
              <a:rect l="l" t="t" r="r" b="b"/>
              <a:pathLst>
                <a:path w="213359" h="292735">
                  <a:moveTo>
                    <a:pt x="213365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213365" y="292608"/>
                  </a:lnTo>
                  <a:lnTo>
                    <a:pt x="213365" y="0"/>
                  </a:lnTo>
                  <a:close/>
                </a:path>
              </a:pathLst>
            </a:custGeom>
            <a:solidFill>
              <a:srgbClr val="C6F073">
                <a:alpha val="4117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1264910" y="6453931"/>
            <a:ext cx="6624320" cy="400685"/>
          </a:xfrm>
          <a:custGeom>
            <a:avLst/>
            <a:gdLst/>
            <a:ahLst/>
            <a:cxnLst/>
            <a:rect l="l" t="t" r="r" b="b"/>
            <a:pathLst>
              <a:path w="6624320" h="400684">
                <a:moveTo>
                  <a:pt x="6624029" y="0"/>
                </a:moveTo>
                <a:lnTo>
                  <a:pt x="0" y="0"/>
                </a:lnTo>
                <a:lnTo>
                  <a:pt x="0" y="400109"/>
                </a:lnTo>
                <a:lnTo>
                  <a:pt x="6624029" y="400109"/>
                </a:lnTo>
                <a:lnTo>
                  <a:pt x="66240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706337" y="2823476"/>
            <a:ext cx="5327015" cy="0"/>
          </a:xfrm>
          <a:custGeom>
            <a:avLst/>
            <a:gdLst/>
            <a:ahLst/>
            <a:cxnLst/>
            <a:rect l="l" t="t" r="r" b="b"/>
            <a:pathLst>
              <a:path w="5327015" h="0">
                <a:moveTo>
                  <a:pt x="0" y="0"/>
                </a:moveTo>
                <a:lnTo>
                  <a:pt x="5326896" y="1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2831506" y="5867400"/>
            <a:ext cx="560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4F81BD"/>
                </a:solidFill>
                <a:latin typeface="Trebuchet MS"/>
                <a:cs typeface="Trebuchet MS"/>
              </a:rPr>
              <a:t>Encoder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754461" y="1194815"/>
            <a:ext cx="5702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C0504D"/>
                </a:solidFill>
                <a:latin typeface="Trebuchet MS"/>
                <a:cs typeface="Trebuchet MS"/>
              </a:rPr>
              <a:t>Decoder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67562" y="3169411"/>
            <a:ext cx="690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Define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77072" y="3821683"/>
            <a:ext cx="744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where,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877072" y="4665217"/>
            <a:ext cx="4773930" cy="13500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3020695">
              <a:lnSpc>
                <a:spcPct val="100000"/>
              </a:lnSpc>
              <a:spcBef>
                <a:spcPts val="175"/>
              </a:spcBef>
              <a:tabLst>
                <a:tab pos="3661410" algn="l"/>
              </a:tabLst>
            </a:pPr>
            <a:r>
              <a:rPr dirty="0" sz="1200" spc="-10" b="1">
                <a:solidFill>
                  <a:srgbClr val="C0504D"/>
                </a:solidFill>
                <a:latin typeface="Trebuchet MS"/>
                <a:cs typeface="Trebuchet MS"/>
              </a:rPr>
              <a:t>Query</a:t>
            </a:r>
            <a:r>
              <a:rPr dirty="0" sz="1200" b="1">
                <a:solidFill>
                  <a:srgbClr val="C0504D"/>
                </a:solidFill>
                <a:latin typeface="Trebuchet MS"/>
                <a:cs typeface="Trebuchet MS"/>
              </a:rPr>
              <a:t>	</a:t>
            </a:r>
            <a:r>
              <a:rPr dirty="0" sz="1200" spc="-25" b="1">
                <a:solidFill>
                  <a:srgbClr val="376092"/>
                </a:solidFill>
                <a:latin typeface="Trebuchet MS"/>
                <a:cs typeface="Trebuchet MS"/>
              </a:rPr>
              <a:t>Key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Trebuchet MS"/>
                <a:cs typeface="Trebuchet MS"/>
              </a:rPr>
              <a:t>Query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“Criteria”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generate(related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to)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this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word</a:t>
            </a:r>
            <a:endParaRPr sz="1600">
              <a:latin typeface="Trebuchet MS"/>
              <a:cs typeface="Trebuchet MS"/>
            </a:endParaRPr>
          </a:p>
          <a:p>
            <a:pPr marL="12700" marR="1373505">
              <a:lnSpc>
                <a:spcPct val="119400"/>
              </a:lnSpc>
              <a:spcBef>
                <a:spcPts val="10"/>
              </a:spcBef>
            </a:pP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Multiple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candidate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attend </a:t>
            </a:r>
            <a:r>
              <a:rPr dirty="0" sz="1600">
                <a:latin typeface="Trebuchet MS"/>
                <a:cs typeface="Trebuchet MS"/>
              </a:rPr>
              <a:t>Alignment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Query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match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scoring Value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Representation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of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each</a:t>
            </a:r>
            <a:r>
              <a:rPr dirty="0" sz="1600" spc="-25">
                <a:latin typeface="Trebuchet MS"/>
                <a:cs typeface="Trebuchet MS"/>
              </a:rPr>
              <a:t> key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03210" y="2102182"/>
            <a:ext cx="3031743" cy="262127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1360192" y="2195273"/>
            <a:ext cx="188595" cy="154305"/>
          </a:xfrm>
          <a:custGeom>
            <a:avLst/>
            <a:gdLst/>
            <a:ahLst/>
            <a:cxnLst/>
            <a:rect l="l" t="t" r="r" b="b"/>
            <a:pathLst>
              <a:path w="188594" h="154305">
                <a:moveTo>
                  <a:pt x="188183" y="0"/>
                </a:moveTo>
                <a:lnTo>
                  <a:pt x="0" y="0"/>
                </a:lnTo>
                <a:lnTo>
                  <a:pt x="0" y="154121"/>
                </a:lnTo>
                <a:lnTo>
                  <a:pt x="188183" y="154121"/>
                </a:lnTo>
                <a:lnTo>
                  <a:pt x="1881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369697" y="2157984"/>
            <a:ext cx="1873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i-</a:t>
            </a:r>
            <a:r>
              <a:rPr dirty="0" sz="1100" spc="-6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334166" y="2184239"/>
            <a:ext cx="94615" cy="27368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310"/>
              </a:lnSpc>
            </a:pPr>
            <a:r>
              <a:rPr dirty="0" sz="1100" spc="-50">
                <a:latin typeface="Cambria"/>
                <a:cs typeface="Cambria"/>
              </a:rPr>
              <a:t>i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388746" y="1689691"/>
            <a:ext cx="319405" cy="1771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7780" rIns="0" bIns="0" rtlCol="0" vert="horz">
            <a:spAutoFit/>
          </a:bodyPr>
          <a:lstStyle/>
          <a:p>
            <a:pPr marL="6350">
              <a:lnSpc>
                <a:spcPts val="1255"/>
              </a:lnSpc>
              <a:spcBef>
                <a:spcPts val="140"/>
              </a:spcBef>
            </a:pPr>
            <a:r>
              <a:rPr dirty="0" sz="1100" spc="-10">
                <a:latin typeface="Cambria"/>
                <a:cs typeface="Cambria"/>
              </a:rPr>
              <a:t>i-</a:t>
            </a:r>
            <a:r>
              <a:rPr dirty="0" sz="1100" spc="-6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301565" y="1703016"/>
            <a:ext cx="94615" cy="1771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98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55"/>
              </a:spcBef>
            </a:pPr>
            <a:r>
              <a:rPr dirty="0" sz="1100" spc="-50">
                <a:latin typeface="Cambria"/>
                <a:cs typeface="Cambria"/>
              </a:rPr>
              <a:t>i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17104" y="936247"/>
            <a:ext cx="1938527" cy="219456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80766" y="938662"/>
            <a:ext cx="1966975" cy="217424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6047013" y="3550411"/>
            <a:ext cx="4133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376092"/>
                </a:solidFill>
                <a:latin typeface="Trebuchet MS"/>
                <a:cs typeface="Trebuchet MS"/>
              </a:rPr>
              <a:t>Value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343651" y="6498682"/>
            <a:ext cx="6306820" cy="3200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Bahdanau,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Dzmitry,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Kyunghyun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Cho,</a:t>
            </a:r>
            <a:r>
              <a:rPr dirty="0" sz="10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Yoshua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Bengio.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"Neural</a:t>
            </a:r>
            <a:r>
              <a:rPr dirty="0" sz="10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machine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translation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by</a:t>
            </a:r>
            <a:r>
              <a:rPr dirty="0" sz="10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jointly</a:t>
            </a:r>
            <a:r>
              <a:rPr dirty="0" sz="10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learning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to</a:t>
            </a:r>
            <a:r>
              <a:rPr dirty="0" sz="10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2222"/>
                </a:solidFill>
                <a:latin typeface="Arial"/>
                <a:cs typeface="Arial"/>
              </a:rPr>
              <a:t>align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000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2222"/>
                </a:solidFill>
                <a:latin typeface="Arial"/>
                <a:cs typeface="Arial"/>
              </a:rPr>
              <a:t>translate."</a:t>
            </a:r>
            <a:r>
              <a:rPr dirty="0" sz="1000" spc="-4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arXiv</a:t>
            </a:r>
            <a:r>
              <a:rPr dirty="0" sz="1000" spc="-3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preprint</a:t>
            </a:r>
            <a:r>
              <a:rPr dirty="0" sz="10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222222"/>
                </a:solidFill>
                <a:latin typeface="Arial"/>
                <a:cs typeface="Arial"/>
              </a:rPr>
              <a:t>arXiv:1409.0473</a:t>
            </a:r>
            <a:r>
              <a:rPr dirty="0" sz="10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2222"/>
                </a:solidFill>
                <a:latin typeface="Arial"/>
                <a:cs typeface="Arial"/>
              </a:rPr>
              <a:t>(2014).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42" name="object 42" descr=""/>
          <p:cNvSpPr txBox="1"/>
          <p:nvPr/>
        </p:nvSpPr>
        <p:spPr>
          <a:xfrm>
            <a:off x="2710813" y="6116828"/>
            <a:ext cx="6255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Attention(Query,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Key,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Value)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Alignment(Query,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Key)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*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Value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Limits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recurrent</a:t>
            </a:r>
            <a:r>
              <a:rPr dirty="0" spc="-35"/>
              <a:t> </a:t>
            </a:r>
            <a:r>
              <a:rPr dirty="0"/>
              <a:t>neural</a:t>
            </a:r>
            <a:r>
              <a:rPr dirty="0" spc="-45"/>
              <a:t> </a:t>
            </a:r>
            <a:r>
              <a:rPr dirty="0" spc="-10"/>
              <a:t>network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4941" y="794511"/>
            <a:ext cx="6691630" cy="6883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RNN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generates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each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hidden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state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series.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This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sequential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nature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precludes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parallelization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training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time.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4941" y="2827528"/>
            <a:ext cx="5951220" cy="6883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RNN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has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long-</a:t>
            </a:r>
            <a:r>
              <a:rPr dirty="0" sz="2000">
                <a:latin typeface="Trebuchet MS"/>
                <a:cs typeface="Trebuchet MS"/>
              </a:rPr>
              <a:t>term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dependency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problem.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It’s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hard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memorize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long-</a:t>
            </a:r>
            <a:r>
              <a:rPr dirty="0" sz="1600">
                <a:latin typeface="Trebuchet MS"/>
                <a:cs typeface="Trebuchet MS"/>
              </a:rPr>
              <a:t>term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contextual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information.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4941" y="4439920"/>
            <a:ext cx="4110354" cy="6883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RNN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can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see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one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word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at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time.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dirty="0" sz="1600">
                <a:latin typeface="Trebuchet MS"/>
                <a:cs typeface="Trebuchet MS"/>
              </a:rPr>
              <a:t>CNN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can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see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more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words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time.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3109" y="2852935"/>
            <a:ext cx="2831382" cy="99557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205146" y="3880104"/>
            <a:ext cx="1139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  <a:tab pos="922019" algn="l"/>
              </a:tabLst>
            </a:pPr>
            <a:r>
              <a:rPr dirty="0" sz="1100" spc="-20">
                <a:latin typeface="Trebuchet MS"/>
                <a:cs typeface="Trebuchet MS"/>
              </a:rPr>
              <a:t>Cats</a:t>
            </a:r>
            <a:r>
              <a:rPr dirty="0" sz="1100">
                <a:latin typeface="Trebuchet MS"/>
                <a:cs typeface="Trebuchet MS"/>
              </a:rPr>
              <a:t>	</a:t>
            </a:r>
            <a:r>
              <a:rPr dirty="0" sz="1100" spc="-10">
                <a:latin typeface="Trebuchet MS"/>
                <a:cs typeface="Trebuchet MS"/>
              </a:rPr>
              <a:t>which</a:t>
            </a:r>
            <a:r>
              <a:rPr dirty="0" sz="1100">
                <a:latin typeface="Trebuchet MS"/>
                <a:cs typeface="Trebuchet MS"/>
              </a:rPr>
              <a:t>	</a:t>
            </a:r>
            <a:r>
              <a:rPr dirty="0" sz="1100" spc="-25">
                <a:latin typeface="Trebuchet MS"/>
                <a:cs typeface="Trebuchet MS"/>
              </a:rPr>
              <a:t>ate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67025" y="3855720"/>
            <a:ext cx="5791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920" algn="l"/>
                <a:tab pos="514350" algn="l"/>
              </a:tabLst>
            </a:pPr>
            <a:r>
              <a:rPr dirty="0" sz="1100" spc="-50">
                <a:latin typeface="Trebuchet MS"/>
                <a:cs typeface="Trebuchet MS"/>
              </a:rPr>
              <a:t>…</a:t>
            </a:r>
            <a:r>
              <a:rPr dirty="0" sz="1100">
                <a:latin typeface="Trebuchet MS"/>
                <a:cs typeface="Trebuchet MS"/>
              </a:rPr>
              <a:t>	</a:t>
            </a:r>
            <a:r>
              <a:rPr dirty="0" sz="1100" spc="-50">
                <a:latin typeface="Trebuchet MS"/>
                <a:cs typeface="Trebuchet MS"/>
              </a:rPr>
              <a:t>…</a:t>
            </a:r>
            <a:r>
              <a:rPr dirty="0" sz="1100">
                <a:latin typeface="Trebuchet MS"/>
                <a:cs typeface="Trebuchet MS"/>
              </a:rPr>
              <a:t>	</a:t>
            </a:r>
            <a:r>
              <a:rPr dirty="0" sz="1100" spc="-50">
                <a:latin typeface="Trebuchet MS"/>
                <a:cs typeface="Trebuchet MS"/>
              </a:rPr>
              <a:t>,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69987" y="3834384"/>
            <a:ext cx="711200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85" marR="5080" indent="-33020">
              <a:lnSpc>
                <a:spcPct val="121800"/>
              </a:lnSpc>
              <a:spcBef>
                <a:spcPts val="100"/>
              </a:spcBef>
            </a:pPr>
            <a:r>
              <a:rPr dirty="0" sz="1100">
                <a:latin typeface="Trebuchet MS"/>
                <a:cs typeface="Trebuchet MS"/>
              </a:rPr>
              <a:t>were?</a:t>
            </a:r>
            <a:r>
              <a:rPr dirty="0" sz="1100" spc="105">
                <a:latin typeface="Trebuchet MS"/>
                <a:cs typeface="Trebuchet MS"/>
              </a:rPr>
              <a:t>  </a:t>
            </a:r>
            <a:r>
              <a:rPr dirty="0" sz="1100" spc="-20">
                <a:latin typeface="Trebuchet MS"/>
                <a:cs typeface="Trebuchet MS"/>
              </a:rPr>
              <a:t>full was?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707623" y="1545375"/>
            <a:ext cx="2445385" cy="1191260"/>
            <a:chOff x="2707623" y="1545375"/>
            <a:chExt cx="2445385" cy="119126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7623" y="1625262"/>
              <a:ext cx="2436363" cy="107733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274542" y="1545386"/>
              <a:ext cx="1878330" cy="1191260"/>
            </a:xfrm>
            <a:custGeom>
              <a:avLst/>
              <a:gdLst/>
              <a:ahLst/>
              <a:cxnLst/>
              <a:rect l="l" t="t" r="r" b="b"/>
              <a:pathLst>
                <a:path w="1878329" h="1191260">
                  <a:moveTo>
                    <a:pt x="1877847" y="26962"/>
                  </a:moveTo>
                  <a:lnTo>
                    <a:pt x="994244" y="26962"/>
                  </a:lnTo>
                  <a:lnTo>
                    <a:pt x="994244" y="37211"/>
                  </a:lnTo>
                  <a:lnTo>
                    <a:pt x="574116" y="37211"/>
                  </a:lnTo>
                  <a:lnTo>
                    <a:pt x="574116" y="0"/>
                  </a:lnTo>
                  <a:lnTo>
                    <a:pt x="0" y="0"/>
                  </a:lnTo>
                  <a:lnTo>
                    <a:pt x="0" y="1190675"/>
                  </a:lnTo>
                  <a:lnTo>
                    <a:pt x="562965" y="1190675"/>
                  </a:lnTo>
                  <a:lnTo>
                    <a:pt x="574116" y="1190675"/>
                  </a:lnTo>
                  <a:lnTo>
                    <a:pt x="994244" y="1190675"/>
                  </a:lnTo>
                  <a:lnTo>
                    <a:pt x="1004112" y="1190675"/>
                  </a:lnTo>
                  <a:lnTo>
                    <a:pt x="1877847" y="1190675"/>
                  </a:lnTo>
                  <a:lnTo>
                    <a:pt x="1877847" y="26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2106" y="4694839"/>
            <a:ext cx="3191133" cy="1776623"/>
          </a:xfrm>
          <a:prstGeom prst="rect">
            <a:avLst/>
          </a:prstGeom>
        </p:spPr>
      </p:pic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Transformer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3691735" y="858011"/>
            <a:ext cx="5325745" cy="3570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821055" indent="-342900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5600" algn="l"/>
              </a:tabLst>
            </a:pPr>
            <a:r>
              <a:rPr dirty="0" sz="2000" spc="-10">
                <a:latin typeface="Trebuchet MS"/>
                <a:cs typeface="Trebuchet MS"/>
              </a:rPr>
              <a:t>Encoder-</a:t>
            </a:r>
            <a:r>
              <a:rPr dirty="0" sz="2000">
                <a:latin typeface="Trebuchet MS"/>
                <a:cs typeface="Trebuchet MS"/>
              </a:rPr>
              <a:t>Decoder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model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based</a:t>
            </a:r>
            <a:r>
              <a:rPr dirty="0" sz="2000" spc="-25">
                <a:latin typeface="Trebuchet MS"/>
                <a:cs typeface="Trebuchet MS"/>
              </a:rPr>
              <a:t> on </a:t>
            </a:r>
            <a:r>
              <a:rPr dirty="0" sz="2000" spc="-10">
                <a:latin typeface="Trebuchet MS"/>
                <a:cs typeface="Trebuchet MS"/>
              </a:rPr>
              <a:t>(self-</a:t>
            </a:r>
            <a:r>
              <a:rPr dirty="0" sz="2000">
                <a:latin typeface="Trebuchet MS"/>
                <a:cs typeface="Trebuchet MS"/>
              </a:rPr>
              <a:t>)attention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mechanism,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without</a:t>
            </a:r>
            <a:r>
              <a:rPr dirty="0" u="none" sz="2000" spc="-10">
                <a:latin typeface="Trebuchet MS"/>
                <a:cs typeface="Trebuchet MS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recurrence</a:t>
            </a:r>
            <a:r>
              <a:rPr dirty="0" u="sng" sz="2000" spc="-4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2000" spc="-4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convolutions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Font typeface="Wingdings"/>
              <a:buChar char=""/>
            </a:pP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"/>
              <a:tabLst>
                <a:tab pos="355600" algn="l"/>
              </a:tabLst>
            </a:pPr>
            <a:r>
              <a:rPr dirty="0" sz="2000">
                <a:latin typeface="Trebuchet MS"/>
                <a:cs typeface="Trebuchet MS"/>
              </a:rPr>
              <a:t>Regardless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sequence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length,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capture long-</a:t>
            </a:r>
            <a:r>
              <a:rPr dirty="0" sz="2000" b="1">
                <a:latin typeface="Trebuchet MS"/>
                <a:cs typeface="Trebuchet MS"/>
              </a:rPr>
              <a:t>term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dependencies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between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input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output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allow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more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parallelization</a:t>
            </a:r>
            <a:r>
              <a:rPr dirty="0" sz="2000" spc="-1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Wingdings"/>
              <a:buChar char=""/>
            </a:pPr>
            <a:endParaRPr sz="2000">
              <a:latin typeface="Trebuchet MS"/>
              <a:cs typeface="Trebuchet MS"/>
            </a:endParaRPr>
          </a:p>
          <a:p>
            <a:pPr marL="355600" marR="253365" indent="-342900">
              <a:lnSpc>
                <a:spcPct val="100000"/>
              </a:lnSpc>
              <a:buFont typeface="Wingdings"/>
              <a:buChar char=""/>
              <a:tabLst>
                <a:tab pos="355600" algn="l"/>
              </a:tabLst>
            </a:pPr>
            <a:r>
              <a:rPr dirty="0" sz="2000">
                <a:latin typeface="Trebuchet MS"/>
                <a:cs typeface="Trebuchet MS"/>
              </a:rPr>
              <a:t>Basically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targeting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translation </a:t>
            </a:r>
            <a:r>
              <a:rPr dirty="0" sz="2000">
                <a:latin typeface="Trebuchet MS"/>
                <a:cs typeface="Trebuchet MS"/>
              </a:rPr>
              <a:t>tasks(WMT’14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EN-</a:t>
            </a:r>
            <a:r>
              <a:rPr dirty="0" sz="2000">
                <a:latin typeface="Trebuchet MS"/>
                <a:cs typeface="Trebuchet MS"/>
              </a:rPr>
              <a:t>GE,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EN-</a:t>
            </a:r>
            <a:r>
              <a:rPr dirty="0" sz="2000">
                <a:latin typeface="Trebuchet MS"/>
                <a:cs typeface="Trebuchet MS"/>
              </a:rPr>
              <a:t>FR),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It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achieved </a:t>
            </a:r>
            <a:r>
              <a:rPr dirty="0" sz="2000">
                <a:latin typeface="Trebuchet MS"/>
                <a:cs typeface="Trebuchet MS"/>
              </a:rPr>
              <a:t>state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art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BLEU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score.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70" y="1189739"/>
            <a:ext cx="3369466" cy="495311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</a:t>
            </a:r>
            <a:r>
              <a:rPr dirty="0" spc="-114"/>
              <a:t> </a:t>
            </a:r>
            <a:r>
              <a:rPr dirty="0" spc="-20"/>
              <a:t>part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383" y="779779"/>
            <a:ext cx="5365750" cy="376174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Encoder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6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identical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layers</a:t>
            </a:r>
            <a:endParaRPr sz="24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520"/>
              </a:spcBef>
              <a:buChar char="•"/>
              <a:tabLst>
                <a:tab pos="755015" algn="l"/>
              </a:tabLst>
            </a:pPr>
            <a:r>
              <a:rPr dirty="0" sz="2000" spc="-10">
                <a:latin typeface="Trebuchet MS"/>
                <a:cs typeface="Trebuchet MS"/>
              </a:rPr>
              <a:t>Multi-</a:t>
            </a:r>
            <a:r>
              <a:rPr dirty="0" sz="2000">
                <a:latin typeface="Trebuchet MS"/>
                <a:cs typeface="Trebuchet MS"/>
              </a:rPr>
              <a:t>Head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layer</a:t>
            </a:r>
            <a:endParaRPr sz="2000">
              <a:latin typeface="Trebuchet MS"/>
              <a:cs typeface="Trebuchet MS"/>
            </a:endParaRPr>
          </a:p>
          <a:p>
            <a:pPr marL="75565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+</a:t>
            </a:r>
            <a:r>
              <a:rPr dirty="0" sz="2000" spc="-10">
                <a:latin typeface="Trebuchet MS"/>
                <a:cs typeface="Trebuchet MS"/>
              </a:rPr>
              <a:t> Position-</a:t>
            </a:r>
            <a:r>
              <a:rPr dirty="0" sz="2000">
                <a:latin typeface="Trebuchet MS"/>
                <a:cs typeface="Trebuchet MS"/>
              </a:rPr>
              <a:t>wise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feed-</a:t>
            </a:r>
            <a:r>
              <a:rPr dirty="0" sz="2000">
                <a:latin typeface="Trebuchet MS"/>
                <a:cs typeface="Trebuchet MS"/>
              </a:rPr>
              <a:t>forward</a:t>
            </a:r>
            <a:r>
              <a:rPr dirty="0" sz="2000" spc="-10">
                <a:latin typeface="Trebuchet MS"/>
                <a:cs typeface="Trebuchet MS"/>
              </a:rPr>
              <a:t> network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buChar char="•"/>
              <a:tabLst>
                <a:tab pos="755015" algn="l"/>
              </a:tabLst>
            </a:pPr>
            <a:r>
              <a:rPr dirty="0" sz="2000">
                <a:latin typeface="Trebuchet MS"/>
                <a:cs typeface="Trebuchet MS"/>
              </a:rPr>
              <a:t>Residual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connection[1]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&amp;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Layer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normalization[2]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000">
              <a:latin typeface="Trebuchet MS"/>
              <a:cs typeface="Trebuchet MS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755650" algn="l"/>
                <a:tab pos="3199765" algn="l"/>
              </a:tabLst>
            </a:pP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facilitate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these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residual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connections, </a:t>
            </a:r>
            <a:r>
              <a:rPr dirty="0" sz="2000">
                <a:latin typeface="Trebuchet MS"/>
                <a:cs typeface="Trebuchet MS"/>
              </a:rPr>
              <a:t>all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sub-</a:t>
            </a:r>
            <a:r>
              <a:rPr dirty="0" sz="2000">
                <a:latin typeface="Trebuchet MS"/>
                <a:cs typeface="Trebuchet MS"/>
              </a:rPr>
              <a:t>layers,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embedding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layers produce</a:t>
            </a: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 spc="-10">
                <a:latin typeface="Trebuchet MS"/>
                <a:cs typeface="Trebuchet MS"/>
              </a:rPr>
              <a:t>dimensions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40229" y="1438753"/>
            <a:ext cx="2367280" cy="4309110"/>
            <a:chOff x="740229" y="1438753"/>
            <a:chExt cx="2367280" cy="43091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354" y="1438753"/>
              <a:ext cx="2339072" cy="430905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40229" y="2656114"/>
              <a:ext cx="414020" cy="511809"/>
            </a:xfrm>
            <a:custGeom>
              <a:avLst/>
              <a:gdLst/>
              <a:ahLst/>
              <a:cxnLst/>
              <a:rect l="l" t="t" r="r" b="b"/>
              <a:pathLst>
                <a:path w="414019" h="511810">
                  <a:moveTo>
                    <a:pt x="413657" y="0"/>
                  </a:moveTo>
                  <a:lnTo>
                    <a:pt x="0" y="0"/>
                  </a:lnTo>
                  <a:lnTo>
                    <a:pt x="0" y="511629"/>
                  </a:lnTo>
                  <a:lnTo>
                    <a:pt x="413657" y="511629"/>
                  </a:lnTo>
                  <a:lnTo>
                    <a:pt x="4136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5990" y="3076141"/>
            <a:ext cx="3308078" cy="25652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4555" y="4313243"/>
            <a:ext cx="1280971" cy="21349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36026" y="6035039"/>
            <a:ext cx="7672705" cy="5435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70"/>
              </a:spcBef>
              <a:buAutoNum type="arabicPlain"/>
              <a:tabLst>
                <a:tab pos="202565" algn="l"/>
              </a:tabLst>
            </a:pP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Lei</a:t>
            </a:r>
            <a:r>
              <a:rPr dirty="0" sz="1100" spc="-1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Ba,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Jimmy,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Jamie</a:t>
            </a:r>
            <a:r>
              <a:rPr dirty="0" sz="1100" spc="-1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Ryan</a:t>
            </a:r>
            <a:r>
              <a:rPr dirty="0" sz="1100" spc="-1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Kiros,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100" spc="-1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Geoffrey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E.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Hinton.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"Layer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2222"/>
                </a:solidFill>
                <a:latin typeface="Arial"/>
                <a:cs typeface="Arial"/>
              </a:rPr>
              <a:t>normalization."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arXiv</a:t>
            </a:r>
            <a:r>
              <a:rPr dirty="0" sz="1100" spc="-2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preprint</a:t>
            </a:r>
            <a:r>
              <a:rPr dirty="0" sz="1100" spc="-2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222222"/>
                </a:solidFill>
                <a:latin typeface="Arial"/>
                <a:cs typeface="Arial"/>
              </a:rPr>
              <a:t>arXiv:1607.06450 </a:t>
            </a:r>
            <a:r>
              <a:rPr dirty="0" sz="1100" spc="-10">
                <a:solidFill>
                  <a:srgbClr val="222222"/>
                </a:solidFill>
                <a:latin typeface="Arial"/>
                <a:cs typeface="Arial"/>
              </a:rPr>
              <a:t>(2016).</a:t>
            </a:r>
            <a:endParaRPr sz="1100">
              <a:latin typeface="Arial"/>
              <a:cs typeface="Arial"/>
            </a:endParaRPr>
          </a:p>
          <a:p>
            <a:pPr marL="12700" marR="302895" indent="189865">
              <a:lnSpc>
                <a:spcPts val="1300"/>
              </a:lnSpc>
              <a:spcBef>
                <a:spcPts val="135"/>
              </a:spcBef>
              <a:buAutoNum type="arabicPlain"/>
              <a:tabLst>
                <a:tab pos="202565" algn="l"/>
              </a:tabLst>
            </a:pP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He,</a:t>
            </a:r>
            <a:r>
              <a:rPr dirty="0" sz="11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Kaiming,</a:t>
            </a:r>
            <a:r>
              <a:rPr dirty="0" sz="11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et</a:t>
            </a:r>
            <a:r>
              <a:rPr dirty="0" sz="11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al.</a:t>
            </a:r>
            <a:r>
              <a:rPr dirty="0" sz="1100" spc="-3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"Deep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residual</a:t>
            </a:r>
            <a:r>
              <a:rPr dirty="0" sz="1100" spc="-2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learning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for</a:t>
            </a:r>
            <a:r>
              <a:rPr dirty="0" sz="11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image</a:t>
            </a:r>
            <a:r>
              <a:rPr dirty="0" sz="1100" spc="-25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2222"/>
                </a:solidFill>
                <a:latin typeface="Arial"/>
                <a:cs typeface="Arial"/>
              </a:rPr>
              <a:t>recognition."</a:t>
            </a:r>
            <a:r>
              <a:rPr dirty="0" sz="1100" spc="-3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Proceedings</a:t>
            </a:r>
            <a:r>
              <a:rPr dirty="0" sz="1100" spc="-3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dirty="0" sz="1100" spc="-3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dirty="0" sz="1100" spc="-2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IEEE</a:t>
            </a:r>
            <a:r>
              <a:rPr dirty="0" sz="1100" spc="-2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conference</a:t>
            </a:r>
            <a:r>
              <a:rPr dirty="0" sz="1100" spc="-2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on</a:t>
            </a:r>
            <a:r>
              <a:rPr dirty="0" sz="1100" spc="-2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222222"/>
                </a:solidFill>
                <a:latin typeface="Arial"/>
                <a:cs typeface="Arial"/>
              </a:rPr>
              <a:t>computer</a:t>
            </a:r>
            <a:r>
              <a:rPr dirty="0" sz="1100" spc="-1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vision</a:t>
            </a:r>
            <a:r>
              <a:rPr dirty="0" sz="1100" spc="-45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dirty="0" sz="11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pattern</a:t>
            </a:r>
            <a:r>
              <a:rPr dirty="0" sz="1100" spc="-40" i="1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2222"/>
                </a:solidFill>
                <a:latin typeface="Arial"/>
                <a:cs typeface="Arial"/>
              </a:rPr>
              <a:t>recognition</a:t>
            </a:r>
            <a:r>
              <a:rPr dirty="0" sz="1100">
                <a:solidFill>
                  <a:srgbClr val="222222"/>
                </a:solidFill>
                <a:latin typeface="Arial"/>
                <a:cs typeface="Arial"/>
              </a:rPr>
              <a:t>.</a:t>
            </a:r>
            <a:r>
              <a:rPr dirty="0" sz="1100" spc="-5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2222"/>
                </a:solidFill>
                <a:latin typeface="Arial"/>
                <a:cs typeface="Arial"/>
              </a:rPr>
              <a:t>2016.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Embedding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Positional</a:t>
            </a:r>
            <a:r>
              <a:rPr dirty="0" spc="-65"/>
              <a:t> </a:t>
            </a:r>
            <a:r>
              <a:rPr dirty="0" spc="-10"/>
              <a:t>Encoding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3704" y="1570283"/>
            <a:ext cx="1280971" cy="21349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995" y="1658204"/>
            <a:ext cx="1898650" cy="15240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88544" y="3102355"/>
            <a:ext cx="317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42106" y="2111755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4053" y="3165855"/>
            <a:ext cx="1524402" cy="2252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04825" y="1310132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121" y="3968869"/>
            <a:ext cx="3032263" cy="803752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613806" y="5101791"/>
            <a:ext cx="2526665" cy="387985"/>
            <a:chOff x="613806" y="5101791"/>
            <a:chExt cx="2526665" cy="387985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806" y="5101791"/>
              <a:ext cx="2526291" cy="35048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31138" y="5199799"/>
              <a:ext cx="1314450" cy="289560"/>
            </a:xfrm>
            <a:custGeom>
              <a:avLst/>
              <a:gdLst/>
              <a:ahLst/>
              <a:cxnLst/>
              <a:rect l="l" t="t" r="r" b="b"/>
              <a:pathLst>
                <a:path w="1314450" h="289560">
                  <a:moveTo>
                    <a:pt x="45720" y="0"/>
                  </a:moveTo>
                  <a:lnTo>
                    <a:pt x="0" y="0"/>
                  </a:lnTo>
                  <a:lnTo>
                    <a:pt x="0" y="193840"/>
                  </a:lnTo>
                  <a:lnTo>
                    <a:pt x="45720" y="193840"/>
                  </a:lnTo>
                  <a:lnTo>
                    <a:pt x="45720" y="0"/>
                  </a:lnTo>
                  <a:close/>
                </a:path>
                <a:path w="1314450" h="289560">
                  <a:moveTo>
                    <a:pt x="1313992" y="95580"/>
                  </a:moveTo>
                  <a:lnTo>
                    <a:pt x="1268272" y="95580"/>
                  </a:lnTo>
                  <a:lnTo>
                    <a:pt x="1268272" y="289407"/>
                  </a:lnTo>
                  <a:lnTo>
                    <a:pt x="1313992" y="289407"/>
                  </a:lnTo>
                  <a:lnTo>
                    <a:pt x="1313992" y="95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420831" y="5639827"/>
            <a:ext cx="2775585" cy="389255"/>
            <a:chOff x="420831" y="5639827"/>
            <a:chExt cx="2775585" cy="389255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831" y="5639827"/>
              <a:ext cx="2774994" cy="36057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047737" y="5724156"/>
              <a:ext cx="1546860" cy="305435"/>
            </a:xfrm>
            <a:custGeom>
              <a:avLst/>
              <a:gdLst/>
              <a:ahLst/>
              <a:cxnLst/>
              <a:rect l="l" t="t" r="r" b="b"/>
              <a:pathLst>
                <a:path w="1546860" h="305435">
                  <a:moveTo>
                    <a:pt x="45720" y="0"/>
                  </a:moveTo>
                  <a:lnTo>
                    <a:pt x="0" y="0"/>
                  </a:lnTo>
                  <a:lnTo>
                    <a:pt x="0" y="193840"/>
                  </a:lnTo>
                  <a:lnTo>
                    <a:pt x="45720" y="193840"/>
                  </a:lnTo>
                  <a:lnTo>
                    <a:pt x="45720" y="0"/>
                  </a:lnTo>
                  <a:close/>
                </a:path>
                <a:path w="1546860" h="305435">
                  <a:moveTo>
                    <a:pt x="1546479" y="111074"/>
                  </a:moveTo>
                  <a:lnTo>
                    <a:pt x="1500759" y="111074"/>
                  </a:lnTo>
                  <a:lnTo>
                    <a:pt x="1500759" y="304914"/>
                  </a:lnTo>
                  <a:lnTo>
                    <a:pt x="1546479" y="304914"/>
                  </a:lnTo>
                  <a:lnTo>
                    <a:pt x="1546479" y="111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07814" y="5222240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19252" y="5761735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30337" y="5795264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91595" y="5240528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70155" y="858011"/>
            <a:ext cx="5479415" cy="289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31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5600" algn="l"/>
                <a:tab pos="2956560" algn="l"/>
              </a:tabLst>
            </a:pPr>
            <a:r>
              <a:rPr dirty="0" sz="2000">
                <a:latin typeface="Trebuchet MS"/>
                <a:cs typeface="Trebuchet MS"/>
              </a:rPr>
              <a:t>It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uses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learned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embeddings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convert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the </a:t>
            </a:r>
            <a:r>
              <a:rPr dirty="0" sz="2000">
                <a:latin typeface="Trebuchet MS"/>
                <a:cs typeface="Trebuchet MS"/>
              </a:rPr>
              <a:t>input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tokens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output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tokens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vectors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of </a:t>
            </a:r>
            <a:r>
              <a:rPr dirty="0" sz="2000" spc="-10">
                <a:latin typeface="Trebuchet MS"/>
                <a:cs typeface="Trebuchet MS"/>
              </a:rPr>
              <a:t>dimension</a:t>
            </a: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 spc="-5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Font typeface="Wingdings"/>
              <a:buChar char=""/>
            </a:pP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"/>
              <a:tabLst>
                <a:tab pos="355600" algn="l"/>
              </a:tabLst>
            </a:pPr>
            <a:r>
              <a:rPr dirty="0" sz="2000">
                <a:latin typeface="Trebuchet MS"/>
                <a:cs typeface="Trebuchet MS"/>
              </a:rPr>
              <a:t>Transformer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gets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input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with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length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one </a:t>
            </a:r>
            <a:r>
              <a:rPr dirty="0" sz="2000">
                <a:latin typeface="Trebuchet MS"/>
                <a:cs typeface="Trebuchet MS"/>
              </a:rPr>
              <a:t>time,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word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embedding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itself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doesn’t </a:t>
            </a:r>
            <a:r>
              <a:rPr dirty="0" sz="2000">
                <a:latin typeface="Trebuchet MS"/>
                <a:cs typeface="Trebuchet MS"/>
              </a:rPr>
              <a:t>have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positional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information.</a:t>
            </a:r>
            <a:endParaRPr sz="2000">
              <a:latin typeface="Trebuchet MS"/>
              <a:cs typeface="Trebuchet MS"/>
            </a:endParaRPr>
          </a:p>
          <a:p>
            <a:pPr marL="355600" marR="228600">
              <a:lnSpc>
                <a:spcPct val="100000"/>
              </a:lnSpc>
            </a:pPr>
            <a:r>
              <a:rPr dirty="0" sz="2000">
                <a:latin typeface="Wingdings"/>
                <a:cs typeface="Wingdings"/>
              </a:rPr>
              <a:t>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Positional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encoding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injects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information </a:t>
            </a:r>
            <a:r>
              <a:rPr dirty="0" sz="2000">
                <a:latin typeface="Trebuchet MS"/>
                <a:cs typeface="Trebuchet MS"/>
              </a:rPr>
              <a:t>about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tokens.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44755" y="4158996"/>
            <a:ext cx="5488940" cy="123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81000" algn="l"/>
              </a:tabLst>
            </a:pPr>
            <a:r>
              <a:rPr dirty="0" sz="2000">
                <a:latin typeface="Trebuchet MS"/>
                <a:cs typeface="Trebuchet MS"/>
              </a:rPr>
              <a:t>Transformer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easily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learns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attend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by </a:t>
            </a:r>
            <a:r>
              <a:rPr dirty="0" sz="2000" b="1">
                <a:latin typeface="Trebuchet MS"/>
                <a:cs typeface="Trebuchet MS"/>
              </a:rPr>
              <a:t>relative</a:t>
            </a:r>
            <a:r>
              <a:rPr dirty="0" sz="2000" spc="-4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positions</a:t>
            </a:r>
            <a:r>
              <a:rPr dirty="0" sz="2000">
                <a:latin typeface="Trebuchet MS"/>
                <a:cs typeface="Trebuchet MS"/>
              </a:rPr>
              <a:t>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since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any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fixed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offset</a:t>
            </a:r>
            <a:endParaRPr sz="2000">
              <a:latin typeface="Trebuchet MS"/>
              <a:cs typeface="Trebuchet MS"/>
            </a:endParaRPr>
          </a:p>
          <a:p>
            <a:pPr marL="381000">
              <a:lnSpc>
                <a:spcPts val="2305"/>
              </a:lnSpc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>
                <a:latin typeface="Trebuchet MS"/>
                <a:cs typeface="Trebuchet MS"/>
              </a:rPr>
              <a:t>,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>
                <a:latin typeface="Cambria Math"/>
                <a:cs typeface="Cambria Math"/>
              </a:rPr>
              <a:t>𝑃𝐸</a:t>
            </a:r>
            <a:r>
              <a:rPr dirty="0" baseline="-17094" sz="1950">
                <a:latin typeface="Cambria Math"/>
                <a:cs typeface="Cambria Math"/>
              </a:rPr>
              <a:t>𝑝𝑜𝑠</a:t>
            </a:r>
            <a:r>
              <a:rPr dirty="0" baseline="-17094" sz="1950">
                <a:latin typeface="Trebuchet MS"/>
                <a:cs typeface="Trebuchet MS"/>
              </a:rPr>
              <a:t>+</a:t>
            </a:r>
            <a:r>
              <a:rPr dirty="0" baseline="-17094" sz="1950">
                <a:latin typeface="Cambria Math"/>
                <a:cs typeface="Cambria Math"/>
              </a:rPr>
              <a:t>𝑘</a:t>
            </a:r>
            <a:r>
              <a:rPr dirty="0" baseline="-17094" sz="1950" spc="179">
                <a:latin typeface="Cambria Math"/>
                <a:cs typeface="Cambria Math"/>
              </a:rPr>
              <a:t> </a:t>
            </a:r>
            <a:r>
              <a:rPr dirty="0" sz="2000">
                <a:latin typeface="Trebuchet MS"/>
                <a:cs typeface="Trebuchet MS"/>
              </a:rPr>
              <a:t>can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represented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as</a:t>
            </a:r>
            <a:r>
              <a:rPr dirty="0" sz="2000" spc="-1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linear</a:t>
            </a:r>
            <a:endParaRPr sz="20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function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𝑃𝐸</a:t>
            </a:r>
            <a:r>
              <a:rPr dirty="0" baseline="-17094" sz="1950" spc="-15">
                <a:latin typeface="Cambria Math"/>
                <a:cs typeface="Cambria Math"/>
              </a:rPr>
              <a:t>𝑝𝑜𝑠</a:t>
            </a:r>
            <a:r>
              <a:rPr dirty="0" sz="2000" spc="-1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9036" y="5704760"/>
            <a:ext cx="4330174" cy="208132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58356" y="5970697"/>
            <a:ext cx="4326789" cy="208132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842328" y="6147465"/>
            <a:ext cx="2367280" cy="3797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57150" marR="5080" indent="-44450">
              <a:lnSpc>
                <a:spcPts val="1390"/>
              </a:lnSpc>
              <a:spcBef>
                <a:spcPts val="115"/>
              </a:spcBef>
            </a:pPr>
            <a:r>
              <a:rPr dirty="0" sz="1200">
                <a:latin typeface="Trebuchet MS"/>
                <a:cs typeface="Trebuchet MS"/>
              </a:rPr>
              <a:t>the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wavelengths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form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a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geometric </a:t>
            </a:r>
            <a:r>
              <a:rPr dirty="0" sz="1200">
                <a:latin typeface="Trebuchet MS"/>
                <a:cs typeface="Trebuchet MS"/>
              </a:rPr>
              <a:t>progression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from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2</a:t>
            </a:r>
            <a:r>
              <a:rPr dirty="0" sz="1200">
                <a:latin typeface="Cambria Math"/>
                <a:cs typeface="Cambria Math"/>
              </a:rPr>
              <a:t>𝜋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Trebuchet MS"/>
                <a:cs typeface="Trebuchet MS"/>
              </a:rPr>
              <a:t>to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10000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Cambria Math"/>
                <a:cs typeface="Cambria Math"/>
              </a:rPr>
              <a:t>⋅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2</a:t>
            </a:r>
            <a:r>
              <a:rPr dirty="0" sz="1200" spc="-25">
                <a:latin typeface="Cambria Math"/>
                <a:cs typeface="Cambria Math"/>
              </a:rPr>
              <a:t>𝜋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45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824963" y="1162817"/>
            <a:ext cx="2921635" cy="5123815"/>
            <a:chOff x="4824963" y="1162817"/>
            <a:chExt cx="2921635" cy="5123815"/>
          </a:xfrm>
        </p:grpSpPr>
        <p:sp>
          <p:nvSpPr>
            <p:cNvPr id="3" name="object 3" descr=""/>
            <p:cNvSpPr/>
            <p:nvPr/>
          </p:nvSpPr>
          <p:spPr>
            <a:xfrm>
              <a:off x="4829726" y="4389978"/>
              <a:ext cx="2877820" cy="1694180"/>
            </a:xfrm>
            <a:custGeom>
              <a:avLst/>
              <a:gdLst/>
              <a:ahLst/>
              <a:cxnLst/>
              <a:rect l="l" t="t" r="r" b="b"/>
              <a:pathLst>
                <a:path w="2877820" h="1694179">
                  <a:moveTo>
                    <a:pt x="0" y="0"/>
                  </a:moveTo>
                  <a:lnTo>
                    <a:pt x="2877510" y="0"/>
                  </a:lnTo>
                  <a:lnTo>
                    <a:pt x="2877510" y="1693780"/>
                  </a:lnTo>
                  <a:lnTo>
                    <a:pt x="0" y="16937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05993" y="1294545"/>
              <a:ext cx="220345" cy="4987290"/>
            </a:xfrm>
            <a:custGeom>
              <a:avLst/>
              <a:gdLst/>
              <a:ahLst/>
              <a:cxnLst/>
              <a:rect l="l" t="t" r="r" b="b"/>
              <a:pathLst>
                <a:path w="220345" h="4987290">
                  <a:moveTo>
                    <a:pt x="146611" y="4987008"/>
                  </a:moveTo>
                  <a:lnTo>
                    <a:pt x="124704" y="4950761"/>
                  </a:lnTo>
                  <a:lnTo>
                    <a:pt x="102448" y="4915537"/>
                  </a:lnTo>
                  <a:lnTo>
                    <a:pt x="80892" y="4878268"/>
                  </a:lnTo>
                  <a:lnTo>
                    <a:pt x="61088" y="4835886"/>
                  </a:lnTo>
                  <a:lnTo>
                    <a:pt x="43043" y="4787569"/>
                  </a:lnTo>
                  <a:lnTo>
                    <a:pt x="29993" y="4744511"/>
                  </a:lnTo>
                  <a:lnTo>
                    <a:pt x="20551" y="4703662"/>
                  </a:lnTo>
                  <a:lnTo>
                    <a:pt x="13330" y="4661971"/>
                  </a:lnTo>
                  <a:lnTo>
                    <a:pt x="6942" y="4616390"/>
                  </a:lnTo>
                  <a:lnTo>
                    <a:pt x="0" y="4563868"/>
                  </a:lnTo>
                  <a:lnTo>
                    <a:pt x="1887" y="4513446"/>
                  </a:lnTo>
                  <a:lnTo>
                    <a:pt x="3594" y="4462969"/>
                  </a:lnTo>
                  <a:lnTo>
                    <a:pt x="5302" y="4412493"/>
                  </a:lnTo>
                  <a:lnTo>
                    <a:pt x="7189" y="4362072"/>
                  </a:lnTo>
                  <a:lnTo>
                    <a:pt x="9434" y="4311764"/>
                  </a:lnTo>
                  <a:lnTo>
                    <a:pt x="12217" y="4261625"/>
                  </a:lnTo>
                  <a:lnTo>
                    <a:pt x="16043" y="4213809"/>
                  </a:lnTo>
                  <a:lnTo>
                    <a:pt x="24435" y="4170952"/>
                  </a:lnTo>
                  <a:lnTo>
                    <a:pt x="51496" y="4124460"/>
                  </a:lnTo>
                  <a:lnTo>
                    <a:pt x="61088" y="4110504"/>
                  </a:lnTo>
                  <a:lnTo>
                    <a:pt x="66729" y="4086776"/>
                  </a:lnTo>
                  <a:lnTo>
                    <a:pt x="72060" y="4062342"/>
                  </a:lnTo>
                  <a:lnTo>
                    <a:pt x="78013" y="4039321"/>
                  </a:lnTo>
                  <a:lnTo>
                    <a:pt x="85523" y="4019831"/>
                  </a:lnTo>
                  <a:lnTo>
                    <a:pt x="93873" y="4008715"/>
                  </a:lnTo>
                  <a:lnTo>
                    <a:pt x="103301" y="4002597"/>
                  </a:lnTo>
                  <a:lnTo>
                    <a:pt x="113003" y="3997540"/>
                  </a:lnTo>
                  <a:lnTo>
                    <a:pt x="122176" y="3989606"/>
                  </a:lnTo>
                  <a:lnTo>
                    <a:pt x="131725" y="3976141"/>
                  </a:lnTo>
                  <a:lnTo>
                    <a:pt x="140846" y="3960845"/>
                  </a:lnTo>
                  <a:lnTo>
                    <a:pt x="149794" y="3944818"/>
                  </a:lnTo>
                  <a:lnTo>
                    <a:pt x="158829" y="3929158"/>
                  </a:lnTo>
                  <a:lnTo>
                    <a:pt x="173748" y="3885486"/>
                  </a:lnTo>
                  <a:lnTo>
                    <a:pt x="190468" y="3842924"/>
                  </a:lnTo>
                  <a:lnTo>
                    <a:pt x="203587" y="3798143"/>
                  </a:lnTo>
                  <a:lnTo>
                    <a:pt x="207699" y="3747812"/>
                  </a:lnTo>
                  <a:lnTo>
                    <a:pt x="205903" y="3697352"/>
                  </a:lnTo>
                  <a:lnTo>
                    <a:pt x="204397" y="3646790"/>
                  </a:lnTo>
                  <a:lnTo>
                    <a:pt x="202891" y="3596228"/>
                  </a:lnTo>
                  <a:lnTo>
                    <a:pt x="201096" y="3545769"/>
                  </a:lnTo>
                  <a:lnTo>
                    <a:pt x="198722" y="3495515"/>
                  </a:lnTo>
                  <a:lnTo>
                    <a:pt x="195481" y="3445569"/>
                  </a:lnTo>
                  <a:lnTo>
                    <a:pt x="193097" y="3393646"/>
                  </a:lnTo>
                  <a:lnTo>
                    <a:pt x="190647" y="3338967"/>
                  </a:lnTo>
                  <a:lnTo>
                    <a:pt x="184505" y="3292252"/>
                  </a:lnTo>
                  <a:lnTo>
                    <a:pt x="171046" y="3264224"/>
                  </a:lnTo>
                  <a:lnTo>
                    <a:pt x="134393" y="3233999"/>
                  </a:lnTo>
                  <a:lnTo>
                    <a:pt x="128599" y="3210692"/>
                  </a:lnTo>
                  <a:lnTo>
                    <a:pt x="117011" y="3164079"/>
                  </a:lnTo>
                  <a:lnTo>
                    <a:pt x="101211" y="3126889"/>
                  </a:lnTo>
                  <a:lnTo>
                    <a:pt x="91364" y="3113721"/>
                  </a:lnTo>
                  <a:lnTo>
                    <a:pt x="81651" y="3100244"/>
                  </a:lnTo>
                  <a:lnTo>
                    <a:pt x="57511" y="3031476"/>
                  </a:lnTo>
                  <a:lnTo>
                    <a:pt x="41618" y="2971701"/>
                  </a:lnTo>
                  <a:lnTo>
                    <a:pt x="29351" y="2922178"/>
                  </a:lnTo>
                  <a:lnTo>
                    <a:pt x="24435" y="2901532"/>
                  </a:lnTo>
                  <a:lnTo>
                    <a:pt x="26626" y="2860356"/>
                  </a:lnTo>
                  <a:lnTo>
                    <a:pt x="29108" y="2811717"/>
                  </a:lnTo>
                  <a:lnTo>
                    <a:pt x="32075" y="2758213"/>
                  </a:lnTo>
                  <a:lnTo>
                    <a:pt x="35725" y="2702441"/>
                  </a:lnTo>
                  <a:lnTo>
                    <a:pt x="40255" y="2646997"/>
                  </a:lnTo>
                  <a:lnTo>
                    <a:pt x="45861" y="2594480"/>
                  </a:lnTo>
                  <a:lnTo>
                    <a:pt x="52740" y="2547487"/>
                  </a:lnTo>
                  <a:lnTo>
                    <a:pt x="61088" y="2508616"/>
                  </a:lnTo>
                  <a:lnTo>
                    <a:pt x="66729" y="2484888"/>
                  </a:lnTo>
                  <a:lnTo>
                    <a:pt x="72060" y="2460455"/>
                  </a:lnTo>
                  <a:lnTo>
                    <a:pt x="85523" y="2417943"/>
                  </a:lnTo>
                  <a:lnTo>
                    <a:pt x="113113" y="2396170"/>
                  </a:lnTo>
                  <a:lnTo>
                    <a:pt x="122176" y="2387719"/>
                  </a:lnTo>
                  <a:lnTo>
                    <a:pt x="144460" y="2353944"/>
                  </a:lnTo>
                  <a:lnTo>
                    <a:pt x="168455" y="2314039"/>
                  </a:lnTo>
                  <a:lnTo>
                    <a:pt x="187637" y="2280750"/>
                  </a:lnTo>
                  <a:lnTo>
                    <a:pt x="203135" y="2221890"/>
                  </a:lnTo>
                  <a:lnTo>
                    <a:pt x="211820" y="2177228"/>
                  </a:lnTo>
                  <a:lnTo>
                    <a:pt x="218444" y="2132027"/>
                  </a:lnTo>
                  <a:lnTo>
                    <a:pt x="219917" y="2085476"/>
                  </a:lnTo>
                  <a:lnTo>
                    <a:pt x="218418" y="2043561"/>
                  </a:lnTo>
                  <a:lnTo>
                    <a:pt x="216960" y="1993594"/>
                  </a:lnTo>
                  <a:lnTo>
                    <a:pt x="215119" y="1938427"/>
                  </a:lnTo>
                  <a:lnTo>
                    <a:pt x="212473" y="1880911"/>
                  </a:lnTo>
                  <a:lnTo>
                    <a:pt x="208600" y="1823898"/>
                  </a:lnTo>
                  <a:lnTo>
                    <a:pt x="203076" y="1770239"/>
                  </a:lnTo>
                  <a:lnTo>
                    <a:pt x="195481" y="1722785"/>
                  </a:lnTo>
                  <a:lnTo>
                    <a:pt x="184695" y="1674895"/>
                  </a:lnTo>
                  <a:lnTo>
                    <a:pt x="171046" y="1632112"/>
                  </a:lnTo>
                  <a:lnTo>
                    <a:pt x="143814" y="1585996"/>
                  </a:lnTo>
                  <a:lnTo>
                    <a:pt x="134393" y="1571663"/>
                  </a:lnTo>
                  <a:lnTo>
                    <a:pt x="128788" y="1529008"/>
                  </a:lnTo>
                  <a:lnTo>
                    <a:pt x="125353" y="1501253"/>
                  </a:lnTo>
                  <a:lnTo>
                    <a:pt x="123519" y="1485568"/>
                  </a:lnTo>
                  <a:lnTo>
                    <a:pt x="122720" y="1479122"/>
                  </a:lnTo>
                  <a:lnTo>
                    <a:pt x="122389" y="1479085"/>
                  </a:lnTo>
                  <a:lnTo>
                    <a:pt x="121958" y="1482627"/>
                  </a:lnTo>
                  <a:lnTo>
                    <a:pt x="120861" y="1486918"/>
                  </a:lnTo>
                  <a:lnTo>
                    <a:pt x="98461" y="1454962"/>
                  </a:lnTo>
                  <a:lnTo>
                    <a:pt x="66454" y="1364628"/>
                  </a:lnTo>
                  <a:lnTo>
                    <a:pt x="53307" y="1320845"/>
                  </a:lnTo>
                  <a:lnTo>
                    <a:pt x="44306" y="1283268"/>
                  </a:lnTo>
                  <a:lnTo>
                    <a:pt x="31645" y="1203032"/>
                  </a:lnTo>
                  <a:lnTo>
                    <a:pt x="24435" y="1148523"/>
                  </a:lnTo>
                  <a:lnTo>
                    <a:pt x="25945" y="1104397"/>
                  </a:lnTo>
                  <a:lnTo>
                    <a:pt x="27051" y="1054679"/>
                  </a:lnTo>
                  <a:lnTo>
                    <a:pt x="28739" y="1002050"/>
                  </a:lnTo>
                  <a:lnTo>
                    <a:pt x="31998" y="949191"/>
                  </a:lnTo>
                  <a:lnTo>
                    <a:pt x="37817" y="898785"/>
                  </a:lnTo>
                  <a:lnTo>
                    <a:pt x="47184" y="853513"/>
                  </a:lnTo>
                  <a:lnTo>
                    <a:pt x="61088" y="816055"/>
                  </a:lnTo>
                  <a:lnTo>
                    <a:pt x="88273" y="792006"/>
                  </a:lnTo>
                  <a:lnTo>
                    <a:pt x="97740" y="785831"/>
                  </a:lnTo>
                  <a:lnTo>
                    <a:pt x="146611" y="604485"/>
                  </a:lnTo>
                  <a:lnTo>
                    <a:pt x="171046" y="513812"/>
                  </a:lnTo>
                  <a:lnTo>
                    <a:pt x="168607" y="472751"/>
                  </a:lnTo>
                  <a:lnTo>
                    <a:pt x="165137" y="415173"/>
                  </a:lnTo>
                  <a:lnTo>
                    <a:pt x="160444" y="350924"/>
                  </a:lnTo>
                  <a:lnTo>
                    <a:pt x="154333" y="289850"/>
                  </a:lnTo>
                  <a:lnTo>
                    <a:pt x="146611" y="241794"/>
                  </a:lnTo>
                  <a:lnTo>
                    <a:pt x="129284" y="166395"/>
                  </a:lnTo>
                  <a:lnTo>
                    <a:pt x="116564" y="116657"/>
                  </a:lnTo>
                  <a:lnTo>
                    <a:pt x="91850" y="45600"/>
                  </a:lnTo>
                  <a:lnTo>
                    <a:pt x="7330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26314" y="1162817"/>
              <a:ext cx="220345" cy="3221990"/>
            </a:xfrm>
            <a:custGeom>
              <a:avLst/>
              <a:gdLst/>
              <a:ahLst/>
              <a:cxnLst/>
              <a:rect l="l" t="t" r="r" b="b"/>
              <a:pathLst>
                <a:path w="220345" h="3221990">
                  <a:moveTo>
                    <a:pt x="220201" y="0"/>
                  </a:moveTo>
                  <a:lnTo>
                    <a:pt x="0" y="0"/>
                  </a:lnTo>
                  <a:lnTo>
                    <a:pt x="0" y="3221941"/>
                  </a:lnTo>
                  <a:lnTo>
                    <a:pt x="220201" y="3221941"/>
                  </a:lnTo>
                  <a:lnTo>
                    <a:pt x="2202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704" y="1570283"/>
              <a:ext cx="1280971" cy="21349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Embedding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Positional</a:t>
            </a:r>
            <a:r>
              <a:rPr dirty="0" spc="-65"/>
              <a:t> </a:t>
            </a:r>
            <a:r>
              <a:rPr dirty="0" spc="-10"/>
              <a:t>Encoding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995" y="1658204"/>
            <a:ext cx="1898650" cy="15240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588544" y="3102355"/>
            <a:ext cx="317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42106" y="2111755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4053" y="3165855"/>
            <a:ext cx="1524402" cy="22527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04825" y="1310132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50244" y="506831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 i="1">
                <a:solidFill>
                  <a:srgbClr val="C0504D"/>
                </a:solidFill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121" y="3968869"/>
            <a:ext cx="3032263" cy="803752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613806" y="5101791"/>
            <a:ext cx="2526665" cy="387985"/>
            <a:chOff x="613806" y="5101791"/>
            <a:chExt cx="2526665" cy="387985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806" y="5101791"/>
              <a:ext cx="2526291" cy="35048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231138" y="5199799"/>
              <a:ext cx="1314450" cy="289560"/>
            </a:xfrm>
            <a:custGeom>
              <a:avLst/>
              <a:gdLst/>
              <a:ahLst/>
              <a:cxnLst/>
              <a:rect l="l" t="t" r="r" b="b"/>
              <a:pathLst>
                <a:path w="1314450" h="289560">
                  <a:moveTo>
                    <a:pt x="45720" y="0"/>
                  </a:moveTo>
                  <a:lnTo>
                    <a:pt x="0" y="0"/>
                  </a:lnTo>
                  <a:lnTo>
                    <a:pt x="0" y="193840"/>
                  </a:lnTo>
                  <a:lnTo>
                    <a:pt x="45720" y="193840"/>
                  </a:lnTo>
                  <a:lnTo>
                    <a:pt x="45720" y="0"/>
                  </a:lnTo>
                  <a:close/>
                </a:path>
                <a:path w="1314450" h="289560">
                  <a:moveTo>
                    <a:pt x="1313992" y="95580"/>
                  </a:moveTo>
                  <a:lnTo>
                    <a:pt x="1268272" y="95580"/>
                  </a:lnTo>
                  <a:lnTo>
                    <a:pt x="1268272" y="289407"/>
                  </a:lnTo>
                  <a:lnTo>
                    <a:pt x="1313992" y="289407"/>
                  </a:lnTo>
                  <a:lnTo>
                    <a:pt x="1313992" y="95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420831" y="5639827"/>
            <a:ext cx="2775585" cy="389255"/>
            <a:chOff x="420831" y="5639827"/>
            <a:chExt cx="2775585" cy="389255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831" y="5639827"/>
              <a:ext cx="2774994" cy="36057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047737" y="5724156"/>
              <a:ext cx="1546860" cy="305435"/>
            </a:xfrm>
            <a:custGeom>
              <a:avLst/>
              <a:gdLst/>
              <a:ahLst/>
              <a:cxnLst/>
              <a:rect l="l" t="t" r="r" b="b"/>
              <a:pathLst>
                <a:path w="1546860" h="305435">
                  <a:moveTo>
                    <a:pt x="45720" y="0"/>
                  </a:moveTo>
                  <a:lnTo>
                    <a:pt x="0" y="0"/>
                  </a:lnTo>
                  <a:lnTo>
                    <a:pt x="0" y="193840"/>
                  </a:lnTo>
                  <a:lnTo>
                    <a:pt x="45720" y="193840"/>
                  </a:lnTo>
                  <a:lnTo>
                    <a:pt x="45720" y="0"/>
                  </a:lnTo>
                  <a:close/>
                </a:path>
                <a:path w="1546860" h="305435">
                  <a:moveTo>
                    <a:pt x="1546479" y="111074"/>
                  </a:moveTo>
                  <a:lnTo>
                    <a:pt x="1500759" y="111074"/>
                  </a:lnTo>
                  <a:lnTo>
                    <a:pt x="1500759" y="304914"/>
                  </a:lnTo>
                  <a:lnTo>
                    <a:pt x="1546479" y="304914"/>
                  </a:lnTo>
                  <a:lnTo>
                    <a:pt x="1546479" y="111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207814" y="5222240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19252" y="5761735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30337" y="5795264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491595" y="5240528"/>
            <a:ext cx="88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mbria Math"/>
                <a:cs typeface="Cambria Math"/>
              </a:rPr>
              <a:t>q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 rot="19620000">
            <a:off x="4802820" y="6222034"/>
            <a:ext cx="197112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25">
                <a:latin typeface="Cambria"/>
                <a:cs typeface="Cambria"/>
              </a:rPr>
              <a:t>q=0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 rot="19620000">
            <a:off x="4975540" y="6231178"/>
            <a:ext cx="197112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25">
                <a:latin typeface="Cambria"/>
                <a:cs typeface="Cambria"/>
              </a:rPr>
              <a:t>q=1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 rot="19620000">
            <a:off x="7447418" y="6191504"/>
            <a:ext cx="297896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10">
                <a:latin typeface="Cambria"/>
                <a:cs typeface="Cambria"/>
              </a:rPr>
              <a:t>q=255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911196" y="2948856"/>
            <a:ext cx="3044190" cy="3145155"/>
            <a:chOff x="3911196" y="2948856"/>
            <a:chExt cx="3044190" cy="3145155"/>
          </a:xfrm>
        </p:grpSpPr>
        <p:sp>
          <p:nvSpPr>
            <p:cNvPr id="29" name="object 29" descr=""/>
            <p:cNvSpPr/>
            <p:nvPr/>
          </p:nvSpPr>
          <p:spPr>
            <a:xfrm>
              <a:off x="4817954" y="4390692"/>
              <a:ext cx="182880" cy="1676400"/>
            </a:xfrm>
            <a:custGeom>
              <a:avLst/>
              <a:gdLst/>
              <a:ahLst/>
              <a:cxnLst/>
              <a:rect l="l" t="t" r="r" b="b"/>
              <a:pathLst>
                <a:path w="182879" h="1676400">
                  <a:moveTo>
                    <a:pt x="121920" y="1676400"/>
                  </a:moveTo>
                  <a:lnTo>
                    <a:pt x="103702" y="1664215"/>
                  </a:lnTo>
                  <a:lnTo>
                    <a:pt x="85194" y="1652375"/>
                  </a:lnTo>
                  <a:lnTo>
                    <a:pt x="67269" y="1639846"/>
                  </a:lnTo>
                  <a:lnTo>
                    <a:pt x="29920" y="1601964"/>
                  </a:lnTo>
                  <a:lnTo>
                    <a:pt x="8414" y="1559704"/>
                  </a:lnTo>
                  <a:lnTo>
                    <a:pt x="0" y="1534160"/>
                  </a:lnTo>
                  <a:lnTo>
                    <a:pt x="2288" y="1508728"/>
                  </a:lnTo>
                  <a:lnTo>
                    <a:pt x="4409" y="1483274"/>
                  </a:lnTo>
                  <a:lnTo>
                    <a:pt x="10160" y="1432560"/>
                  </a:lnTo>
                  <a:lnTo>
                    <a:pt x="26871" y="1395834"/>
                  </a:lnTo>
                  <a:lnTo>
                    <a:pt x="42823" y="1386451"/>
                  </a:lnTo>
                  <a:lnTo>
                    <a:pt x="50800" y="1381760"/>
                  </a:lnTo>
                  <a:lnTo>
                    <a:pt x="55491" y="1373783"/>
                  </a:lnTo>
                  <a:lnTo>
                    <a:pt x="59924" y="1365570"/>
                  </a:lnTo>
                  <a:lnTo>
                    <a:pt x="64874" y="1357831"/>
                  </a:lnTo>
                  <a:lnTo>
                    <a:pt x="71120" y="1351280"/>
                  </a:lnTo>
                  <a:lnTo>
                    <a:pt x="78063" y="1347543"/>
                  </a:lnTo>
                  <a:lnTo>
                    <a:pt x="85904" y="1345487"/>
                  </a:lnTo>
                  <a:lnTo>
                    <a:pt x="93972" y="1343787"/>
                  </a:lnTo>
                  <a:lnTo>
                    <a:pt x="101600" y="1341120"/>
                  </a:lnTo>
                  <a:lnTo>
                    <a:pt x="109541" y="1336593"/>
                  </a:lnTo>
                  <a:lnTo>
                    <a:pt x="117125" y="1331452"/>
                  </a:lnTo>
                  <a:lnTo>
                    <a:pt x="124567" y="1326064"/>
                  </a:lnTo>
                  <a:lnTo>
                    <a:pt x="132080" y="1320800"/>
                  </a:lnTo>
                  <a:lnTo>
                    <a:pt x="144486" y="1306119"/>
                  </a:lnTo>
                  <a:lnTo>
                    <a:pt x="158391" y="1291812"/>
                  </a:lnTo>
                  <a:lnTo>
                    <a:pt x="169300" y="1276759"/>
                  </a:lnTo>
                  <a:lnTo>
                    <a:pt x="172720" y="1259840"/>
                  </a:lnTo>
                  <a:lnTo>
                    <a:pt x="170585" y="1234381"/>
                  </a:lnTo>
                  <a:lnTo>
                    <a:pt x="168721" y="1208884"/>
                  </a:lnTo>
                  <a:lnTo>
                    <a:pt x="166317" y="1183465"/>
                  </a:lnTo>
                  <a:lnTo>
                    <a:pt x="162560" y="1158240"/>
                  </a:lnTo>
                  <a:lnTo>
                    <a:pt x="160577" y="1140786"/>
                  </a:lnTo>
                  <a:lnTo>
                    <a:pt x="158539" y="1122405"/>
                  </a:lnTo>
                  <a:lnTo>
                    <a:pt x="153432" y="1106701"/>
                  </a:lnTo>
                  <a:lnTo>
                    <a:pt x="142240" y="1097280"/>
                  </a:lnTo>
                  <a:lnTo>
                    <a:pt x="111760" y="1087120"/>
                  </a:lnTo>
                  <a:lnTo>
                    <a:pt x="106941" y="1079285"/>
                  </a:lnTo>
                  <a:lnTo>
                    <a:pt x="75977" y="1046688"/>
                  </a:lnTo>
                  <a:lnTo>
                    <a:pt x="67900" y="1042157"/>
                  </a:lnTo>
                  <a:lnTo>
                    <a:pt x="34609" y="998947"/>
                  </a:lnTo>
                  <a:lnTo>
                    <a:pt x="20320" y="975360"/>
                  </a:lnTo>
                  <a:lnTo>
                    <a:pt x="24205" y="945168"/>
                  </a:lnTo>
                  <a:lnTo>
                    <a:pt x="29709" y="908435"/>
                  </a:lnTo>
                  <a:lnTo>
                    <a:pt x="38138" y="872143"/>
                  </a:lnTo>
                  <a:lnTo>
                    <a:pt x="50800" y="843280"/>
                  </a:lnTo>
                  <a:lnTo>
                    <a:pt x="55491" y="835303"/>
                  </a:lnTo>
                  <a:lnTo>
                    <a:pt x="59924" y="827090"/>
                  </a:lnTo>
                  <a:lnTo>
                    <a:pt x="94063" y="805480"/>
                  </a:lnTo>
                  <a:lnTo>
                    <a:pt x="101600" y="802640"/>
                  </a:lnTo>
                  <a:lnTo>
                    <a:pt x="140085" y="777872"/>
                  </a:lnTo>
                  <a:lnTo>
                    <a:pt x="168924" y="746896"/>
                  </a:lnTo>
                  <a:lnTo>
                    <a:pt x="176146" y="731883"/>
                  </a:lnTo>
                  <a:lnTo>
                    <a:pt x="181655" y="716688"/>
                  </a:lnTo>
                  <a:lnTo>
                    <a:pt x="182880" y="701040"/>
                  </a:lnTo>
                  <a:lnTo>
                    <a:pt x="180740" y="674554"/>
                  </a:lnTo>
                  <a:lnTo>
                    <a:pt x="172463" y="608457"/>
                  </a:lnTo>
                  <a:lnTo>
                    <a:pt x="158295" y="570963"/>
                  </a:lnTo>
                  <a:lnTo>
                    <a:pt x="127572" y="537782"/>
                  </a:lnTo>
                  <a:lnTo>
                    <a:pt x="119594" y="533138"/>
                  </a:lnTo>
                  <a:lnTo>
                    <a:pt x="111760" y="528320"/>
                  </a:lnTo>
                  <a:lnTo>
                    <a:pt x="102717" y="499378"/>
                  </a:lnTo>
                  <a:lnTo>
                    <a:pt x="101419" y="498390"/>
                  </a:lnTo>
                  <a:lnTo>
                    <a:pt x="95131" y="499666"/>
                  </a:lnTo>
                  <a:lnTo>
                    <a:pt x="71120" y="477520"/>
                  </a:lnTo>
                  <a:lnTo>
                    <a:pt x="49272" y="450980"/>
                  </a:lnTo>
                  <a:lnTo>
                    <a:pt x="36844" y="431375"/>
                  </a:lnTo>
                  <a:lnTo>
                    <a:pt x="28854" y="411982"/>
                  </a:lnTo>
                  <a:lnTo>
                    <a:pt x="20320" y="386080"/>
                  </a:lnTo>
                  <a:lnTo>
                    <a:pt x="22252" y="358839"/>
                  </a:lnTo>
                  <a:lnTo>
                    <a:pt x="33087" y="298128"/>
                  </a:lnTo>
                  <a:lnTo>
                    <a:pt x="65366" y="268001"/>
                  </a:lnTo>
                  <a:lnTo>
                    <a:pt x="73407" y="266235"/>
                  </a:lnTo>
                  <a:lnTo>
                    <a:pt x="81280" y="264160"/>
                  </a:lnTo>
                  <a:lnTo>
                    <a:pt x="121920" y="203200"/>
                  </a:lnTo>
                  <a:lnTo>
                    <a:pt x="142240" y="172720"/>
                  </a:lnTo>
                  <a:lnTo>
                    <a:pt x="139576" y="154469"/>
                  </a:lnTo>
                  <a:lnTo>
                    <a:pt x="129731" y="102285"/>
                  </a:lnTo>
                  <a:lnTo>
                    <a:pt x="104613" y="51105"/>
                  </a:lnTo>
                  <a:lnTo>
                    <a:pt x="79452" y="18436"/>
                  </a:lnTo>
                  <a:lnTo>
                    <a:pt x="6096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988796" y="4317212"/>
              <a:ext cx="205740" cy="1754505"/>
            </a:xfrm>
            <a:custGeom>
              <a:avLst/>
              <a:gdLst/>
              <a:ahLst/>
              <a:cxnLst/>
              <a:rect l="l" t="t" r="r" b="b"/>
              <a:pathLst>
                <a:path w="205739" h="1754504">
                  <a:moveTo>
                    <a:pt x="137056" y="1754481"/>
                  </a:moveTo>
                  <a:lnTo>
                    <a:pt x="116577" y="1741729"/>
                  </a:lnTo>
                  <a:lnTo>
                    <a:pt x="95771" y="1729336"/>
                  </a:lnTo>
                  <a:lnTo>
                    <a:pt x="75620" y="1716225"/>
                  </a:lnTo>
                  <a:lnTo>
                    <a:pt x="33635" y="1676578"/>
                  </a:lnTo>
                  <a:lnTo>
                    <a:pt x="9459" y="1632350"/>
                  </a:lnTo>
                  <a:lnTo>
                    <a:pt x="0" y="1605616"/>
                  </a:lnTo>
                  <a:lnTo>
                    <a:pt x="2572" y="1578999"/>
                  </a:lnTo>
                  <a:lnTo>
                    <a:pt x="4956" y="1552361"/>
                  </a:lnTo>
                  <a:lnTo>
                    <a:pt x="11421" y="1499284"/>
                  </a:lnTo>
                  <a:lnTo>
                    <a:pt x="30207" y="1460848"/>
                  </a:lnTo>
                  <a:lnTo>
                    <a:pt x="48140" y="1451027"/>
                  </a:lnTo>
                  <a:lnTo>
                    <a:pt x="57106" y="1446118"/>
                  </a:lnTo>
                  <a:lnTo>
                    <a:pt x="62380" y="1437770"/>
                  </a:lnTo>
                  <a:lnTo>
                    <a:pt x="67363" y="1429173"/>
                  </a:lnTo>
                  <a:lnTo>
                    <a:pt x="72929" y="1421074"/>
                  </a:lnTo>
                  <a:lnTo>
                    <a:pt x="79949" y="1414218"/>
                  </a:lnTo>
                  <a:lnTo>
                    <a:pt x="87755" y="1410307"/>
                  </a:lnTo>
                  <a:lnTo>
                    <a:pt x="96568" y="1408155"/>
                  </a:lnTo>
                  <a:lnTo>
                    <a:pt x="105639" y="1406376"/>
                  </a:lnTo>
                  <a:lnTo>
                    <a:pt x="114213" y="1403585"/>
                  </a:lnTo>
                  <a:lnTo>
                    <a:pt x="123141" y="1398847"/>
                  </a:lnTo>
                  <a:lnTo>
                    <a:pt x="131666" y="1393466"/>
                  </a:lnTo>
                  <a:lnTo>
                    <a:pt x="140032" y="1387827"/>
                  </a:lnTo>
                  <a:lnTo>
                    <a:pt x="148477" y="1382318"/>
                  </a:lnTo>
                  <a:lnTo>
                    <a:pt x="162424" y="1366954"/>
                  </a:lnTo>
                  <a:lnTo>
                    <a:pt x="178055" y="1351980"/>
                  </a:lnTo>
                  <a:lnTo>
                    <a:pt x="190318" y="1336226"/>
                  </a:lnTo>
                  <a:lnTo>
                    <a:pt x="194163" y="1318519"/>
                  </a:lnTo>
                  <a:lnTo>
                    <a:pt x="191763" y="1291875"/>
                  </a:lnTo>
                  <a:lnTo>
                    <a:pt x="189668" y="1265190"/>
                  </a:lnTo>
                  <a:lnTo>
                    <a:pt x="186965" y="1238587"/>
                  </a:lnTo>
                  <a:lnTo>
                    <a:pt x="182741" y="1212187"/>
                  </a:lnTo>
                  <a:lnTo>
                    <a:pt x="180513" y="1193920"/>
                  </a:lnTo>
                  <a:lnTo>
                    <a:pt x="178222" y="1174683"/>
                  </a:lnTo>
                  <a:lnTo>
                    <a:pt x="172481" y="1158248"/>
                  </a:lnTo>
                  <a:lnTo>
                    <a:pt x="159899" y="1148388"/>
                  </a:lnTo>
                  <a:lnTo>
                    <a:pt x="125635" y="1137754"/>
                  </a:lnTo>
                  <a:lnTo>
                    <a:pt x="120218" y="1129554"/>
                  </a:lnTo>
                  <a:lnTo>
                    <a:pt x="94614" y="1100072"/>
                  </a:lnTo>
                  <a:lnTo>
                    <a:pt x="85410" y="1095439"/>
                  </a:lnTo>
                  <a:lnTo>
                    <a:pt x="76330" y="1090697"/>
                  </a:lnTo>
                  <a:lnTo>
                    <a:pt x="38905" y="1045475"/>
                  </a:lnTo>
                  <a:lnTo>
                    <a:pt x="22842" y="1020789"/>
                  </a:lnTo>
                  <a:lnTo>
                    <a:pt x="27211" y="989191"/>
                  </a:lnTo>
                  <a:lnTo>
                    <a:pt x="33397" y="950746"/>
                  </a:lnTo>
                  <a:lnTo>
                    <a:pt x="42872" y="912765"/>
                  </a:lnTo>
                  <a:lnTo>
                    <a:pt x="57106" y="882557"/>
                  </a:lnTo>
                  <a:lnTo>
                    <a:pt x="62380" y="874209"/>
                  </a:lnTo>
                  <a:lnTo>
                    <a:pt x="67363" y="865613"/>
                  </a:lnTo>
                  <a:lnTo>
                    <a:pt x="105742" y="842997"/>
                  </a:lnTo>
                  <a:lnTo>
                    <a:pt x="114213" y="840024"/>
                  </a:lnTo>
                  <a:lnTo>
                    <a:pt x="157477" y="814103"/>
                  </a:lnTo>
                  <a:lnTo>
                    <a:pt x="189896" y="781684"/>
                  </a:lnTo>
                  <a:lnTo>
                    <a:pt x="198015" y="765971"/>
                  </a:lnTo>
                  <a:lnTo>
                    <a:pt x="204207" y="750069"/>
                  </a:lnTo>
                  <a:lnTo>
                    <a:pt x="205584" y="733692"/>
                  </a:lnTo>
                  <a:lnTo>
                    <a:pt x="203179" y="705972"/>
                  </a:lnTo>
                  <a:lnTo>
                    <a:pt x="193874" y="636796"/>
                  </a:lnTo>
                  <a:lnTo>
                    <a:pt x="177947" y="597557"/>
                  </a:lnTo>
                  <a:lnTo>
                    <a:pt x="152056" y="568055"/>
                  </a:lnTo>
                  <a:lnTo>
                    <a:pt x="134442" y="557969"/>
                  </a:lnTo>
                  <a:lnTo>
                    <a:pt x="125635" y="552927"/>
                  </a:lnTo>
                  <a:lnTo>
                    <a:pt x="116348" y="525495"/>
                  </a:lnTo>
                  <a:lnTo>
                    <a:pt x="114465" y="520227"/>
                  </a:lnTo>
                  <a:lnTo>
                    <a:pt x="112657" y="523359"/>
                  </a:lnTo>
                  <a:lnTo>
                    <a:pt x="103595" y="521125"/>
                  </a:lnTo>
                  <a:lnTo>
                    <a:pt x="55389" y="471985"/>
                  </a:lnTo>
                  <a:lnTo>
                    <a:pt x="32436" y="431171"/>
                  </a:lnTo>
                  <a:lnTo>
                    <a:pt x="22842" y="404062"/>
                  </a:lnTo>
                  <a:lnTo>
                    <a:pt x="25014" y="375552"/>
                  </a:lnTo>
                  <a:lnTo>
                    <a:pt x="37195" y="312014"/>
                  </a:lnTo>
                  <a:lnTo>
                    <a:pt x="64820" y="282980"/>
                  </a:lnTo>
                  <a:lnTo>
                    <a:pt x="82520" y="278635"/>
                  </a:lnTo>
                  <a:lnTo>
                    <a:pt x="91370" y="276463"/>
                  </a:lnTo>
                  <a:lnTo>
                    <a:pt x="137056" y="212664"/>
                  </a:lnTo>
                  <a:lnTo>
                    <a:pt x="159899" y="180764"/>
                  </a:lnTo>
                  <a:lnTo>
                    <a:pt x="156905" y="161664"/>
                  </a:lnTo>
                  <a:lnTo>
                    <a:pt x="145838" y="107049"/>
                  </a:lnTo>
                  <a:lnTo>
                    <a:pt x="117601" y="53485"/>
                  </a:lnTo>
                  <a:lnTo>
                    <a:pt x="89316" y="19295"/>
                  </a:lnTo>
                  <a:lnTo>
                    <a:pt x="6852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22941" y="3084280"/>
              <a:ext cx="193040" cy="2984500"/>
            </a:xfrm>
            <a:custGeom>
              <a:avLst/>
              <a:gdLst/>
              <a:ahLst/>
              <a:cxnLst/>
              <a:rect l="l" t="t" r="r" b="b"/>
              <a:pathLst>
                <a:path w="193040" h="2984500">
                  <a:moveTo>
                    <a:pt x="128291" y="2984380"/>
                  </a:moveTo>
                  <a:lnTo>
                    <a:pt x="109122" y="2962689"/>
                  </a:lnTo>
                  <a:lnTo>
                    <a:pt x="89646" y="2941610"/>
                  </a:lnTo>
                  <a:lnTo>
                    <a:pt x="70784" y="2919306"/>
                  </a:lnTo>
                  <a:lnTo>
                    <a:pt x="31484" y="2851866"/>
                  </a:lnTo>
                  <a:lnTo>
                    <a:pt x="17983" y="2814817"/>
                  </a:lnTo>
                  <a:lnTo>
                    <a:pt x="8854" y="2776634"/>
                  </a:lnTo>
                  <a:lnTo>
                    <a:pt x="0" y="2731160"/>
                  </a:lnTo>
                  <a:lnTo>
                    <a:pt x="2408" y="2685885"/>
                  </a:lnTo>
                  <a:lnTo>
                    <a:pt x="4639" y="2640572"/>
                  </a:lnTo>
                  <a:lnTo>
                    <a:pt x="7224" y="2595335"/>
                  </a:lnTo>
                  <a:lnTo>
                    <a:pt x="10690" y="2550288"/>
                  </a:lnTo>
                  <a:lnTo>
                    <a:pt x="16982" y="2508136"/>
                  </a:lnTo>
                  <a:lnTo>
                    <a:pt x="45061" y="2468204"/>
                  </a:lnTo>
                  <a:lnTo>
                    <a:pt x="53454" y="2459852"/>
                  </a:lnTo>
                  <a:lnTo>
                    <a:pt x="58391" y="2445652"/>
                  </a:lnTo>
                  <a:lnTo>
                    <a:pt x="63055" y="2431031"/>
                  </a:lnTo>
                  <a:lnTo>
                    <a:pt x="68264" y="2417254"/>
                  </a:lnTo>
                  <a:lnTo>
                    <a:pt x="74836" y="2405591"/>
                  </a:lnTo>
                  <a:lnTo>
                    <a:pt x="82142" y="2398939"/>
                  </a:lnTo>
                  <a:lnTo>
                    <a:pt x="90393" y="2395278"/>
                  </a:lnTo>
                  <a:lnTo>
                    <a:pt x="98883" y="2392252"/>
                  </a:lnTo>
                  <a:lnTo>
                    <a:pt x="106909" y="2387504"/>
                  </a:lnTo>
                  <a:lnTo>
                    <a:pt x="115265" y="2379445"/>
                  </a:lnTo>
                  <a:lnTo>
                    <a:pt x="123246" y="2370292"/>
                  </a:lnTo>
                  <a:lnTo>
                    <a:pt x="131076" y="2360701"/>
                  </a:lnTo>
                  <a:lnTo>
                    <a:pt x="138982" y="2351330"/>
                  </a:lnTo>
                  <a:lnTo>
                    <a:pt x="152037" y="2325195"/>
                  </a:lnTo>
                  <a:lnTo>
                    <a:pt x="166668" y="2299725"/>
                  </a:lnTo>
                  <a:lnTo>
                    <a:pt x="178147" y="2272926"/>
                  </a:lnTo>
                  <a:lnTo>
                    <a:pt x="181745" y="2242807"/>
                  </a:lnTo>
                  <a:lnTo>
                    <a:pt x="179499" y="2197485"/>
                  </a:lnTo>
                  <a:lnTo>
                    <a:pt x="177538" y="2152094"/>
                  </a:lnTo>
                  <a:lnTo>
                    <a:pt x="175008" y="2106842"/>
                  </a:lnTo>
                  <a:lnTo>
                    <a:pt x="171054" y="2061935"/>
                  </a:lnTo>
                  <a:lnTo>
                    <a:pt x="168968" y="2030863"/>
                  </a:lnTo>
                  <a:lnTo>
                    <a:pt x="166824" y="1998141"/>
                  </a:lnTo>
                  <a:lnTo>
                    <a:pt x="161450" y="1970185"/>
                  </a:lnTo>
                  <a:lnTo>
                    <a:pt x="149672" y="1953412"/>
                  </a:lnTo>
                  <a:lnTo>
                    <a:pt x="117600" y="1935325"/>
                  </a:lnTo>
                  <a:lnTo>
                    <a:pt x="112530" y="1921377"/>
                  </a:lnTo>
                  <a:lnTo>
                    <a:pt x="96218" y="1881064"/>
                  </a:lnTo>
                  <a:lnTo>
                    <a:pt x="79947" y="1863347"/>
                  </a:lnTo>
                  <a:lnTo>
                    <a:pt x="71448" y="1855282"/>
                  </a:lnTo>
                  <a:lnTo>
                    <a:pt x="50324" y="1814129"/>
                  </a:lnTo>
                  <a:lnTo>
                    <a:pt x="36417" y="1778358"/>
                  </a:lnTo>
                  <a:lnTo>
                    <a:pt x="21381" y="1736366"/>
                  </a:lnTo>
                  <a:lnTo>
                    <a:pt x="24560" y="1694697"/>
                  </a:lnTo>
                  <a:lnTo>
                    <a:pt x="28653" y="1643983"/>
                  </a:lnTo>
                  <a:lnTo>
                    <a:pt x="34362" y="1590590"/>
                  </a:lnTo>
                  <a:lnTo>
                    <a:pt x="42395" y="1540885"/>
                  </a:lnTo>
                  <a:lnTo>
                    <a:pt x="53454" y="1501234"/>
                  </a:lnTo>
                  <a:lnTo>
                    <a:pt x="58391" y="1487034"/>
                  </a:lnTo>
                  <a:lnTo>
                    <a:pt x="63055" y="1472412"/>
                  </a:lnTo>
                  <a:lnTo>
                    <a:pt x="90478" y="1436934"/>
                  </a:lnTo>
                  <a:lnTo>
                    <a:pt x="98979" y="1433942"/>
                  </a:lnTo>
                  <a:lnTo>
                    <a:pt x="106909" y="1428885"/>
                  </a:lnTo>
                  <a:lnTo>
                    <a:pt x="147405" y="1384792"/>
                  </a:lnTo>
                  <a:lnTo>
                    <a:pt x="177752" y="1329647"/>
                  </a:lnTo>
                  <a:lnTo>
                    <a:pt x="185351" y="1302921"/>
                  </a:lnTo>
                  <a:lnTo>
                    <a:pt x="191147" y="1275870"/>
                  </a:lnTo>
                  <a:lnTo>
                    <a:pt x="192436" y="1248013"/>
                  </a:lnTo>
                  <a:lnTo>
                    <a:pt x="190185" y="1200862"/>
                  </a:lnTo>
                  <a:lnTo>
                    <a:pt x="187191" y="1142874"/>
                  </a:lnTo>
                  <a:lnTo>
                    <a:pt x="181475" y="1083194"/>
                  </a:lnTo>
                  <a:lnTo>
                    <a:pt x="171054" y="1030968"/>
                  </a:lnTo>
                  <a:lnTo>
                    <a:pt x="156038" y="988934"/>
                  </a:lnTo>
                  <a:lnTo>
                    <a:pt x="134238" y="957376"/>
                  </a:lnTo>
                  <a:lnTo>
                    <a:pt x="125844" y="949109"/>
                  </a:lnTo>
                  <a:lnTo>
                    <a:pt x="117600" y="940531"/>
                  </a:lnTo>
                  <a:lnTo>
                    <a:pt x="110383" y="902331"/>
                  </a:lnTo>
                  <a:lnTo>
                    <a:pt x="107703" y="886778"/>
                  </a:lnTo>
                  <a:lnTo>
                    <a:pt x="107058" y="885341"/>
                  </a:lnTo>
                  <a:lnTo>
                    <a:pt x="105950" y="889487"/>
                  </a:lnTo>
                  <a:lnTo>
                    <a:pt x="101877" y="890684"/>
                  </a:lnTo>
                  <a:lnTo>
                    <a:pt x="92339" y="880397"/>
                  </a:lnTo>
                  <a:lnTo>
                    <a:pt x="51847" y="802849"/>
                  </a:lnTo>
                  <a:lnTo>
                    <a:pt x="30361" y="733424"/>
                  </a:lnTo>
                  <a:lnTo>
                    <a:pt x="21381" y="687311"/>
                  </a:lnTo>
                  <a:lnTo>
                    <a:pt x="23415" y="638816"/>
                  </a:lnTo>
                  <a:lnTo>
                    <a:pt x="26348" y="583758"/>
                  </a:lnTo>
                  <a:lnTo>
                    <a:pt x="34816" y="530737"/>
                  </a:lnTo>
                  <a:lnTo>
                    <a:pt x="53454" y="488353"/>
                  </a:lnTo>
                  <a:lnTo>
                    <a:pt x="77243" y="473960"/>
                  </a:lnTo>
                  <a:lnTo>
                    <a:pt x="85527" y="470265"/>
                  </a:lnTo>
                  <a:lnTo>
                    <a:pt x="128291" y="361743"/>
                  </a:lnTo>
                  <a:lnTo>
                    <a:pt x="149672" y="307481"/>
                  </a:lnTo>
                  <a:lnTo>
                    <a:pt x="146870" y="274991"/>
                  </a:lnTo>
                  <a:lnTo>
                    <a:pt x="142593" y="229359"/>
                  </a:lnTo>
                  <a:lnTo>
                    <a:pt x="136511" y="182092"/>
                  </a:lnTo>
                  <a:lnTo>
                    <a:pt x="128291" y="144697"/>
                  </a:lnTo>
                  <a:lnTo>
                    <a:pt x="110080" y="90979"/>
                  </a:lnTo>
                  <a:lnTo>
                    <a:pt x="83604" y="32821"/>
                  </a:lnTo>
                  <a:lnTo>
                    <a:pt x="6414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81419" y="4292429"/>
              <a:ext cx="190500" cy="1766570"/>
            </a:xfrm>
            <a:custGeom>
              <a:avLst/>
              <a:gdLst/>
              <a:ahLst/>
              <a:cxnLst/>
              <a:rect l="l" t="t" r="r" b="b"/>
              <a:pathLst>
                <a:path w="190500" h="1766570">
                  <a:moveTo>
                    <a:pt x="126997" y="1766069"/>
                  </a:moveTo>
                  <a:lnTo>
                    <a:pt x="108021" y="1753233"/>
                  </a:lnTo>
                  <a:lnTo>
                    <a:pt x="88742" y="1740759"/>
                  </a:lnTo>
                  <a:lnTo>
                    <a:pt x="70070" y="1727560"/>
                  </a:lnTo>
                  <a:lnTo>
                    <a:pt x="31166" y="1687651"/>
                  </a:lnTo>
                  <a:lnTo>
                    <a:pt x="8765" y="1643131"/>
                  </a:lnTo>
                  <a:lnTo>
                    <a:pt x="0" y="1616221"/>
                  </a:lnTo>
                  <a:lnTo>
                    <a:pt x="2383" y="1589428"/>
                  </a:lnTo>
                  <a:lnTo>
                    <a:pt x="4593" y="1562613"/>
                  </a:lnTo>
                  <a:lnTo>
                    <a:pt x="10583" y="1509186"/>
                  </a:lnTo>
                  <a:lnTo>
                    <a:pt x="27990" y="1470496"/>
                  </a:lnTo>
                  <a:lnTo>
                    <a:pt x="44607" y="1460611"/>
                  </a:lnTo>
                  <a:lnTo>
                    <a:pt x="52915" y="1455669"/>
                  </a:lnTo>
                  <a:lnTo>
                    <a:pt x="57802" y="1447266"/>
                  </a:lnTo>
                  <a:lnTo>
                    <a:pt x="62419" y="1438613"/>
                  </a:lnTo>
                  <a:lnTo>
                    <a:pt x="67576" y="1430461"/>
                  </a:lnTo>
                  <a:lnTo>
                    <a:pt x="74081" y="1423559"/>
                  </a:lnTo>
                  <a:lnTo>
                    <a:pt x="81314" y="1419622"/>
                  </a:lnTo>
                  <a:lnTo>
                    <a:pt x="89481" y="1417455"/>
                  </a:lnTo>
                  <a:lnTo>
                    <a:pt x="97885" y="1415664"/>
                  </a:lnTo>
                  <a:lnTo>
                    <a:pt x="105831" y="1412855"/>
                  </a:lnTo>
                  <a:lnTo>
                    <a:pt x="114103" y="1408086"/>
                  </a:lnTo>
                  <a:lnTo>
                    <a:pt x="122003" y="1402670"/>
                  </a:lnTo>
                  <a:lnTo>
                    <a:pt x="129754" y="1396994"/>
                  </a:lnTo>
                  <a:lnTo>
                    <a:pt x="137580" y="1391448"/>
                  </a:lnTo>
                  <a:lnTo>
                    <a:pt x="150504" y="1375982"/>
                  </a:lnTo>
                  <a:lnTo>
                    <a:pt x="164987" y="1360910"/>
                  </a:lnTo>
                  <a:lnTo>
                    <a:pt x="176350" y="1345051"/>
                  </a:lnTo>
                  <a:lnTo>
                    <a:pt x="179913" y="1327228"/>
                  </a:lnTo>
                  <a:lnTo>
                    <a:pt x="177689" y="1300407"/>
                  </a:lnTo>
                  <a:lnTo>
                    <a:pt x="175748" y="1273547"/>
                  </a:lnTo>
                  <a:lnTo>
                    <a:pt x="173243" y="1246768"/>
                  </a:lnTo>
                  <a:lnTo>
                    <a:pt x="169329" y="1220193"/>
                  </a:lnTo>
                  <a:lnTo>
                    <a:pt x="167264" y="1201805"/>
                  </a:lnTo>
                  <a:lnTo>
                    <a:pt x="165142" y="1182441"/>
                  </a:lnTo>
                  <a:lnTo>
                    <a:pt x="159822" y="1165898"/>
                  </a:lnTo>
                  <a:lnTo>
                    <a:pt x="148163" y="1155972"/>
                  </a:lnTo>
                  <a:lnTo>
                    <a:pt x="116414" y="1145269"/>
                  </a:lnTo>
                  <a:lnTo>
                    <a:pt x="111395" y="1137015"/>
                  </a:lnTo>
                  <a:lnTo>
                    <a:pt x="79141" y="1102674"/>
                  </a:lnTo>
                  <a:lnTo>
                    <a:pt x="70728" y="1097901"/>
                  </a:lnTo>
                  <a:lnTo>
                    <a:pt x="36050" y="1052380"/>
                  </a:lnTo>
                  <a:lnTo>
                    <a:pt x="21166" y="1027531"/>
                  </a:lnTo>
                  <a:lnTo>
                    <a:pt x="25213" y="995724"/>
                  </a:lnTo>
                  <a:lnTo>
                    <a:pt x="30946" y="957026"/>
                  </a:lnTo>
                  <a:lnTo>
                    <a:pt x="39726" y="918793"/>
                  </a:lnTo>
                  <a:lnTo>
                    <a:pt x="52915" y="888386"/>
                  </a:lnTo>
                  <a:lnTo>
                    <a:pt x="57802" y="879983"/>
                  </a:lnTo>
                  <a:lnTo>
                    <a:pt x="62419" y="871330"/>
                  </a:lnTo>
                  <a:lnTo>
                    <a:pt x="97981" y="848565"/>
                  </a:lnTo>
                  <a:lnTo>
                    <a:pt x="105831" y="845572"/>
                  </a:lnTo>
                  <a:lnTo>
                    <a:pt x="145919" y="819480"/>
                  </a:lnTo>
                  <a:lnTo>
                    <a:pt x="175959" y="786846"/>
                  </a:lnTo>
                  <a:lnTo>
                    <a:pt x="183482" y="771030"/>
                  </a:lnTo>
                  <a:lnTo>
                    <a:pt x="189220" y="755023"/>
                  </a:lnTo>
                  <a:lnTo>
                    <a:pt x="190496" y="738537"/>
                  </a:lnTo>
                  <a:lnTo>
                    <a:pt x="188267" y="710635"/>
                  </a:lnTo>
                  <a:lnTo>
                    <a:pt x="179645" y="641002"/>
                  </a:lnTo>
                  <a:lnTo>
                    <a:pt x="164887" y="601504"/>
                  </a:lnTo>
                  <a:lnTo>
                    <a:pt x="140896" y="571807"/>
                  </a:lnTo>
                  <a:lnTo>
                    <a:pt x="124575" y="561655"/>
                  </a:lnTo>
                  <a:lnTo>
                    <a:pt x="116414" y="556579"/>
                  </a:lnTo>
                  <a:lnTo>
                    <a:pt x="107808" y="528966"/>
                  </a:lnTo>
                  <a:lnTo>
                    <a:pt x="106064" y="523663"/>
                  </a:lnTo>
                  <a:lnTo>
                    <a:pt x="104389" y="526815"/>
                  </a:lnTo>
                  <a:lnTo>
                    <a:pt x="95992" y="524567"/>
                  </a:lnTo>
                  <a:lnTo>
                    <a:pt x="51324" y="475102"/>
                  </a:lnTo>
                  <a:lnTo>
                    <a:pt x="30055" y="434018"/>
                  </a:lnTo>
                  <a:lnTo>
                    <a:pt x="21166" y="406731"/>
                  </a:lnTo>
                  <a:lnTo>
                    <a:pt x="23178" y="378033"/>
                  </a:lnTo>
                  <a:lnTo>
                    <a:pt x="34465" y="314074"/>
                  </a:lnTo>
                  <a:lnTo>
                    <a:pt x="60063" y="284849"/>
                  </a:lnTo>
                  <a:lnTo>
                    <a:pt x="76464" y="280476"/>
                  </a:lnTo>
                  <a:lnTo>
                    <a:pt x="84664" y="278289"/>
                  </a:lnTo>
                  <a:lnTo>
                    <a:pt x="126997" y="214069"/>
                  </a:lnTo>
                  <a:lnTo>
                    <a:pt x="148163" y="181958"/>
                  </a:lnTo>
                  <a:lnTo>
                    <a:pt x="145389" y="162731"/>
                  </a:lnTo>
                  <a:lnTo>
                    <a:pt x="135134" y="107756"/>
                  </a:lnTo>
                  <a:lnTo>
                    <a:pt x="108970" y="53838"/>
                  </a:lnTo>
                  <a:lnTo>
                    <a:pt x="82761" y="19422"/>
                  </a:lnTo>
                  <a:lnTo>
                    <a:pt x="6349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744905" y="4007264"/>
              <a:ext cx="751840" cy="363220"/>
            </a:xfrm>
            <a:custGeom>
              <a:avLst/>
              <a:gdLst/>
              <a:ahLst/>
              <a:cxnLst/>
              <a:rect l="l" t="t" r="r" b="b"/>
              <a:pathLst>
                <a:path w="751839" h="363220">
                  <a:moveTo>
                    <a:pt x="751653" y="0"/>
                  </a:moveTo>
                  <a:lnTo>
                    <a:pt x="0" y="0"/>
                  </a:lnTo>
                  <a:lnTo>
                    <a:pt x="0" y="362789"/>
                  </a:lnTo>
                  <a:lnTo>
                    <a:pt x="751653" y="362789"/>
                  </a:lnTo>
                  <a:lnTo>
                    <a:pt x="751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1196" y="3941659"/>
              <a:ext cx="1736154" cy="28516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179606" y="2959016"/>
              <a:ext cx="592455" cy="1416050"/>
            </a:xfrm>
            <a:custGeom>
              <a:avLst/>
              <a:gdLst/>
              <a:ahLst/>
              <a:cxnLst/>
              <a:rect l="l" t="t" r="r" b="b"/>
              <a:pathLst>
                <a:path w="592454" h="1416050">
                  <a:moveTo>
                    <a:pt x="592380" y="0"/>
                  </a:moveTo>
                  <a:lnTo>
                    <a:pt x="0" y="0"/>
                  </a:lnTo>
                  <a:lnTo>
                    <a:pt x="0" y="1415582"/>
                  </a:lnTo>
                  <a:lnTo>
                    <a:pt x="592380" y="1415582"/>
                  </a:lnTo>
                  <a:lnTo>
                    <a:pt x="592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505820" y="2989496"/>
              <a:ext cx="207010" cy="3100070"/>
            </a:xfrm>
            <a:custGeom>
              <a:avLst/>
              <a:gdLst/>
              <a:ahLst/>
              <a:cxnLst/>
              <a:rect l="l" t="t" r="r" b="b"/>
              <a:pathLst>
                <a:path w="207009" h="3100070">
                  <a:moveTo>
                    <a:pt x="137963" y="3099484"/>
                  </a:moveTo>
                  <a:lnTo>
                    <a:pt x="117349" y="3076956"/>
                  </a:lnTo>
                  <a:lnTo>
                    <a:pt x="96405" y="3055064"/>
                  </a:lnTo>
                  <a:lnTo>
                    <a:pt x="76121" y="3031901"/>
                  </a:lnTo>
                  <a:lnTo>
                    <a:pt x="33858" y="2961860"/>
                  </a:lnTo>
                  <a:lnTo>
                    <a:pt x="19339" y="2923381"/>
                  </a:lnTo>
                  <a:lnTo>
                    <a:pt x="9521" y="2883726"/>
                  </a:lnTo>
                  <a:lnTo>
                    <a:pt x="0" y="2836498"/>
                  </a:lnTo>
                  <a:lnTo>
                    <a:pt x="2589" y="2789476"/>
                  </a:lnTo>
                  <a:lnTo>
                    <a:pt x="4989" y="2742416"/>
                  </a:lnTo>
                  <a:lnTo>
                    <a:pt x="7769" y="2695435"/>
                  </a:lnTo>
                  <a:lnTo>
                    <a:pt x="11496" y="2648650"/>
                  </a:lnTo>
                  <a:lnTo>
                    <a:pt x="18262" y="2604872"/>
                  </a:lnTo>
                  <a:lnTo>
                    <a:pt x="39164" y="2571595"/>
                  </a:lnTo>
                  <a:lnTo>
                    <a:pt x="48459" y="2563400"/>
                  </a:lnTo>
                  <a:lnTo>
                    <a:pt x="57484" y="2554726"/>
                  </a:lnTo>
                  <a:lnTo>
                    <a:pt x="62793" y="2539979"/>
                  </a:lnTo>
                  <a:lnTo>
                    <a:pt x="67809" y="2524793"/>
                  </a:lnTo>
                  <a:lnTo>
                    <a:pt x="73411" y="2510485"/>
                  </a:lnTo>
                  <a:lnTo>
                    <a:pt x="80478" y="2498372"/>
                  </a:lnTo>
                  <a:lnTo>
                    <a:pt x="88335" y="2491463"/>
                  </a:lnTo>
                  <a:lnTo>
                    <a:pt x="97207" y="2487661"/>
                  </a:lnTo>
                  <a:lnTo>
                    <a:pt x="106338" y="2484518"/>
                  </a:lnTo>
                  <a:lnTo>
                    <a:pt x="114969" y="2479587"/>
                  </a:lnTo>
                  <a:lnTo>
                    <a:pt x="123955" y="2471218"/>
                  </a:lnTo>
                  <a:lnTo>
                    <a:pt x="132538" y="2461711"/>
                  </a:lnTo>
                  <a:lnTo>
                    <a:pt x="140958" y="2451751"/>
                  </a:lnTo>
                  <a:lnTo>
                    <a:pt x="149460" y="2442018"/>
                  </a:lnTo>
                  <a:lnTo>
                    <a:pt x="163499" y="2414875"/>
                  </a:lnTo>
                  <a:lnTo>
                    <a:pt x="179233" y="2388422"/>
                  </a:lnTo>
                  <a:lnTo>
                    <a:pt x="191578" y="2360590"/>
                  </a:lnTo>
                  <a:lnTo>
                    <a:pt x="195447" y="2329309"/>
                  </a:lnTo>
                  <a:lnTo>
                    <a:pt x="193032" y="2282239"/>
                  </a:lnTo>
                  <a:lnTo>
                    <a:pt x="190923" y="2235098"/>
                  </a:lnTo>
                  <a:lnTo>
                    <a:pt x="188202" y="2188101"/>
                  </a:lnTo>
                  <a:lnTo>
                    <a:pt x="183951" y="2141462"/>
                  </a:lnTo>
                  <a:lnTo>
                    <a:pt x="181707" y="2109191"/>
                  </a:lnTo>
                  <a:lnTo>
                    <a:pt x="179401" y="2075207"/>
                  </a:lnTo>
                  <a:lnTo>
                    <a:pt x="173622" y="2046173"/>
                  </a:lnTo>
                  <a:lnTo>
                    <a:pt x="160957" y="2028753"/>
                  </a:lnTo>
                  <a:lnTo>
                    <a:pt x="126466" y="2009968"/>
                  </a:lnTo>
                  <a:lnTo>
                    <a:pt x="121014" y="1995483"/>
                  </a:lnTo>
                  <a:lnTo>
                    <a:pt x="103472" y="1953614"/>
                  </a:lnTo>
                  <a:lnTo>
                    <a:pt x="85975" y="1935215"/>
                  </a:lnTo>
                  <a:lnTo>
                    <a:pt x="76835" y="1926838"/>
                  </a:lnTo>
                  <a:lnTo>
                    <a:pt x="54118" y="1884098"/>
                  </a:lnTo>
                  <a:lnTo>
                    <a:pt x="39163" y="1846947"/>
                  </a:lnTo>
                  <a:lnTo>
                    <a:pt x="22993" y="1803336"/>
                  </a:lnTo>
                  <a:lnTo>
                    <a:pt x="26412" y="1760060"/>
                  </a:lnTo>
                  <a:lnTo>
                    <a:pt x="30813" y="1707390"/>
                  </a:lnTo>
                  <a:lnTo>
                    <a:pt x="36953" y="1651938"/>
                  </a:lnTo>
                  <a:lnTo>
                    <a:pt x="45591" y="1600315"/>
                  </a:lnTo>
                  <a:lnTo>
                    <a:pt x="57484" y="1559134"/>
                  </a:lnTo>
                  <a:lnTo>
                    <a:pt x="62793" y="1544387"/>
                  </a:lnTo>
                  <a:lnTo>
                    <a:pt x="67809" y="1529202"/>
                  </a:lnTo>
                  <a:lnTo>
                    <a:pt x="88370" y="1495978"/>
                  </a:lnTo>
                  <a:lnTo>
                    <a:pt x="106441" y="1489247"/>
                  </a:lnTo>
                  <a:lnTo>
                    <a:pt x="114969" y="1483995"/>
                  </a:lnTo>
                  <a:lnTo>
                    <a:pt x="158519" y="1438202"/>
                  </a:lnTo>
                  <a:lnTo>
                    <a:pt x="183951" y="1408856"/>
                  </a:lnTo>
                  <a:lnTo>
                    <a:pt x="191153" y="1380930"/>
                  </a:lnTo>
                  <a:lnTo>
                    <a:pt x="199325" y="1353173"/>
                  </a:lnTo>
                  <a:lnTo>
                    <a:pt x="205558" y="1325080"/>
                  </a:lnTo>
                  <a:lnTo>
                    <a:pt x="206944" y="1296148"/>
                  </a:lnTo>
                  <a:lnTo>
                    <a:pt x="204523" y="1247178"/>
                  </a:lnTo>
                  <a:lnTo>
                    <a:pt x="201304" y="1186954"/>
                  </a:lnTo>
                  <a:lnTo>
                    <a:pt x="195157" y="1124972"/>
                  </a:lnTo>
                  <a:lnTo>
                    <a:pt x="183951" y="1070731"/>
                  </a:lnTo>
                  <a:lnTo>
                    <a:pt x="167802" y="1027076"/>
                  </a:lnTo>
                  <a:lnTo>
                    <a:pt x="144359" y="994301"/>
                  </a:lnTo>
                  <a:lnTo>
                    <a:pt x="135331" y="985715"/>
                  </a:lnTo>
                  <a:lnTo>
                    <a:pt x="126466" y="976807"/>
                  </a:lnTo>
                  <a:lnTo>
                    <a:pt x="119353" y="940624"/>
                  </a:lnTo>
                  <a:lnTo>
                    <a:pt x="116233" y="923298"/>
                  </a:lnTo>
                  <a:lnTo>
                    <a:pt x="115304" y="918892"/>
                  </a:lnTo>
                  <a:lnTo>
                    <a:pt x="114764" y="921470"/>
                  </a:lnTo>
                  <a:lnTo>
                    <a:pt x="112813" y="925095"/>
                  </a:lnTo>
                  <a:lnTo>
                    <a:pt x="107649" y="923830"/>
                  </a:lnTo>
                  <a:lnTo>
                    <a:pt x="80478" y="882883"/>
                  </a:lnTo>
                  <a:lnTo>
                    <a:pt x="55756" y="833814"/>
                  </a:lnTo>
                  <a:lnTo>
                    <a:pt x="41692" y="797566"/>
                  </a:lnTo>
                  <a:lnTo>
                    <a:pt x="22993" y="713820"/>
                  </a:lnTo>
                  <a:lnTo>
                    <a:pt x="25180" y="663455"/>
                  </a:lnTo>
                  <a:lnTo>
                    <a:pt x="28334" y="606273"/>
                  </a:lnTo>
                  <a:lnTo>
                    <a:pt x="37441" y="551207"/>
                  </a:lnTo>
                  <a:lnTo>
                    <a:pt x="57484" y="507188"/>
                  </a:lnTo>
                  <a:lnTo>
                    <a:pt x="83066" y="492241"/>
                  </a:lnTo>
                  <a:lnTo>
                    <a:pt x="91975" y="488403"/>
                  </a:lnTo>
                  <a:lnTo>
                    <a:pt x="137963" y="375695"/>
                  </a:lnTo>
                  <a:lnTo>
                    <a:pt x="160957" y="319340"/>
                  </a:lnTo>
                  <a:lnTo>
                    <a:pt x="157943" y="285597"/>
                  </a:lnTo>
                  <a:lnTo>
                    <a:pt x="153344" y="238205"/>
                  </a:lnTo>
                  <a:lnTo>
                    <a:pt x="146802" y="189115"/>
                  </a:lnTo>
                  <a:lnTo>
                    <a:pt x="137963" y="150278"/>
                  </a:lnTo>
                  <a:lnTo>
                    <a:pt x="118379" y="94488"/>
                  </a:lnTo>
                  <a:lnTo>
                    <a:pt x="89907" y="34086"/>
                  </a:lnTo>
                  <a:lnTo>
                    <a:pt x="68981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62486" y="2948856"/>
              <a:ext cx="592455" cy="1416050"/>
            </a:xfrm>
            <a:custGeom>
              <a:avLst/>
              <a:gdLst/>
              <a:ahLst/>
              <a:cxnLst/>
              <a:rect l="l" t="t" r="r" b="b"/>
              <a:pathLst>
                <a:path w="592454" h="1416050">
                  <a:moveTo>
                    <a:pt x="592380" y="0"/>
                  </a:moveTo>
                  <a:lnTo>
                    <a:pt x="0" y="0"/>
                  </a:lnTo>
                  <a:lnTo>
                    <a:pt x="0" y="1415582"/>
                  </a:lnTo>
                  <a:lnTo>
                    <a:pt x="592380" y="1415582"/>
                  </a:lnTo>
                  <a:lnTo>
                    <a:pt x="592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3370155" y="858011"/>
            <a:ext cx="5479415" cy="2287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31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5600" algn="l"/>
                <a:tab pos="2956560" algn="l"/>
              </a:tabLst>
            </a:pPr>
            <a:r>
              <a:rPr dirty="0" sz="2000">
                <a:latin typeface="Trebuchet MS"/>
                <a:cs typeface="Trebuchet MS"/>
              </a:rPr>
              <a:t>It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uses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learned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embeddings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convert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the </a:t>
            </a:r>
            <a:r>
              <a:rPr dirty="0" sz="2000">
                <a:latin typeface="Trebuchet MS"/>
                <a:cs typeface="Trebuchet MS"/>
              </a:rPr>
              <a:t>input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tokens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output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tokens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vectors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of </a:t>
            </a:r>
            <a:r>
              <a:rPr dirty="0" sz="2000" spc="-10">
                <a:latin typeface="Trebuchet MS"/>
                <a:cs typeface="Trebuchet MS"/>
              </a:rPr>
              <a:t>dimension</a:t>
            </a: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 spc="-5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Font typeface="Wingdings"/>
              <a:buChar char=""/>
            </a:pP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"/>
              <a:tabLst>
                <a:tab pos="355600" algn="l"/>
              </a:tabLst>
            </a:pPr>
            <a:r>
              <a:rPr dirty="0" sz="2000">
                <a:latin typeface="Trebuchet MS"/>
                <a:cs typeface="Trebuchet MS"/>
              </a:rPr>
              <a:t>Transformer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gets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input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with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length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one </a:t>
            </a:r>
            <a:r>
              <a:rPr dirty="0" sz="2000">
                <a:latin typeface="Trebuchet MS"/>
                <a:cs typeface="Trebuchet MS"/>
              </a:rPr>
              <a:t>time,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word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embedding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itself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doesn’t </a:t>
            </a:r>
            <a:r>
              <a:rPr dirty="0" sz="2000">
                <a:latin typeface="Trebuchet MS"/>
                <a:cs typeface="Trebuchet MS"/>
              </a:rPr>
              <a:t>have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positional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information.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713055" y="3119628"/>
            <a:ext cx="49129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Wingdings"/>
                <a:cs typeface="Wingdings"/>
              </a:rPr>
              <a:t>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Positional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encoding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injects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information </a:t>
            </a:r>
            <a:r>
              <a:rPr dirty="0" sz="2000">
                <a:latin typeface="Trebuchet MS"/>
                <a:cs typeface="Trebuchet MS"/>
              </a:rPr>
              <a:t>about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tokens.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869612" y="3989323"/>
            <a:ext cx="789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9259" sz="270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sz="120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200" spc="-3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baseline="9259" sz="2700" spc="-37" b="1" i="1">
                <a:solidFill>
                  <a:srgbClr val="C0504D"/>
                </a:solidFill>
                <a:latin typeface="Times New Roman"/>
                <a:cs typeface="Times New Roman"/>
              </a:rPr>
              <a:t>/2</a:t>
            </a:r>
            <a:endParaRPr baseline="9259" sz="27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 rot="19620000">
            <a:off x="5188900" y="6209842"/>
            <a:ext cx="197112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25">
                <a:latin typeface="Cambria"/>
                <a:cs typeface="Cambria"/>
              </a:rPr>
              <a:t>q=2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2" name="object 42" descr=""/>
          <p:cNvSpPr txBox="1"/>
          <p:nvPr/>
        </p:nvSpPr>
        <p:spPr>
          <a:xfrm rot="19620000">
            <a:off x="6218398" y="6234176"/>
            <a:ext cx="297896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10">
                <a:latin typeface="Cambria"/>
                <a:cs typeface="Cambria"/>
              </a:rPr>
              <a:t>q=200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3" name="object 43" descr=""/>
          <p:cNvSpPr txBox="1"/>
          <p:nvPr/>
        </p:nvSpPr>
        <p:spPr>
          <a:xfrm rot="19620000">
            <a:off x="6451894" y="6249416"/>
            <a:ext cx="297896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10">
                <a:latin typeface="Cambria"/>
                <a:cs typeface="Cambria"/>
              </a:rPr>
              <a:t>q=201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4" name="object 44" descr=""/>
          <p:cNvSpPr txBox="1"/>
          <p:nvPr/>
        </p:nvSpPr>
        <p:spPr>
          <a:xfrm rot="19620000">
            <a:off x="4458262" y="4530335"/>
            <a:ext cx="340019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10">
                <a:latin typeface="Cambria"/>
                <a:cs typeface="Cambria"/>
              </a:rPr>
              <a:t>pos=20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45" name="object 45" descr=""/>
          <p:cNvSpPr txBox="1"/>
          <p:nvPr/>
        </p:nvSpPr>
        <p:spPr>
          <a:xfrm rot="19620000">
            <a:off x="4427762" y="5261855"/>
            <a:ext cx="340019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0"/>
              </a:lnSpc>
            </a:pPr>
            <a:r>
              <a:rPr dirty="0" sz="800" spc="-10">
                <a:latin typeface="Cambria"/>
                <a:cs typeface="Cambria"/>
              </a:rPr>
              <a:t>pos=10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4834539" y="5300877"/>
            <a:ext cx="2870200" cy="537845"/>
            <a:chOff x="4834539" y="5300877"/>
            <a:chExt cx="2870200" cy="537845"/>
          </a:xfrm>
        </p:grpSpPr>
        <p:sp>
          <p:nvSpPr>
            <p:cNvPr id="47" name="object 47" descr=""/>
            <p:cNvSpPr/>
            <p:nvPr/>
          </p:nvSpPr>
          <p:spPr>
            <a:xfrm>
              <a:off x="4839301" y="5833960"/>
              <a:ext cx="2860675" cy="0"/>
            </a:xfrm>
            <a:custGeom>
              <a:avLst/>
              <a:gdLst/>
              <a:ahLst/>
              <a:cxnLst/>
              <a:rect l="l" t="t" r="r" b="b"/>
              <a:pathLst>
                <a:path w="2860675" h="0">
                  <a:moveTo>
                    <a:pt x="0" y="0"/>
                  </a:moveTo>
                  <a:lnTo>
                    <a:pt x="2860231" y="1"/>
                  </a:lnTo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839301" y="5305639"/>
              <a:ext cx="2860675" cy="0"/>
            </a:xfrm>
            <a:custGeom>
              <a:avLst/>
              <a:gdLst/>
              <a:ahLst/>
              <a:cxnLst/>
              <a:rect l="l" t="t" r="r" b="b"/>
              <a:pathLst>
                <a:path w="2860675" h="0">
                  <a:moveTo>
                    <a:pt x="0" y="0"/>
                  </a:moveTo>
                  <a:lnTo>
                    <a:pt x="2860231" y="1"/>
                  </a:lnTo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 rot="19620000">
            <a:off x="4482971" y="5805208"/>
            <a:ext cx="251206" cy="8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0"/>
              </a:lnSpc>
            </a:pPr>
            <a:r>
              <a:rPr dirty="0" sz="700" spc="-10">
                <a:latin typeface="Cambria"/>
                <a:cs typeface="Cambria"/>
              </a:rPr>
              <a:t>pos=3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50" name="object 50" descr=""/>
          <p:cNvSpPr txBox="1"/>
          <p:nvPr/>
        </p:nvSpPr>
        <p:spPr>
          <a:xfrm rot="19620000">
            <a:off x="4524699" y="5988088"/>
            <a:ext cx="251206" cy="8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0"/>
              </a:lnSpc>
            </a:pPr>
            <a:r>
              <a:rPr dirty="0" sz="700" spc="-10">
                <a:latin typeface="Cambria"/>
                <a:cs typeface="Cambria"/>
              </a:rPr>
              <a:t>pos=2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4837187" y="5915239"/>
            <a:ext cx="2860675" cy="0"/>
          </a:xfrm>
          <a:custGeom>
            <a:avLst/>
            <a:gdLst/>
            <a:ahLst/>
            <a:cxnLst/>
            <a:rect l="l" t="t" r="r" b="b"/>
            <a:pathLst>
              <a:path w="2860675" h="0">
                <a:moveTo>
                  <a:pt x="0" y="0"/>
                </a:moveTo>
                <a:lnTo>
                  <a:pt x="2860231" y="1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015713" y="5760720"/>
            <a:ext cx="415290" cy="44640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20">
                <a:latin typeface="Trebuchet MS"/>
                <a:cs typeface="Trebuchet MS"/>
              </a:rPr>
              <a:t>0.98</a:t>
            </a:r>
            <a:endParaRPr sz="1100">
              <a:latin typeface="Trebuchet MS"/>
              <a:cs typeface="Trebuchet MS"/>
            </a:endParaRPr>
          </a:p>
          <a:p>
            <a:pPr marL="14287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Trebuchet MS"/>
                <a:cs typeface="Trebuchet MS"/>
              </a:rPr>
              <a:t>0.99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218167" y="5071872"/>
            <a:ext cx="21780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Trebuchet MS"/>
                <a:cs typeface="Trebuchet MS"/>
              </a:rPr>
              <a:t>1.0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4834488" y="5916167"/>
            <a:ext cx="28682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8279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Trebuchet MS"/>
                <a:cs typeface="Trebuchet MS"/>
              </a:rPr>
              <a:t>0.78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834488" y="5660135"/>
            <a:ext cx="28682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2725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Trebuchet MS"/>
                <a:cs typeface="Trebuchet MS"/>
              </a:rPr>
              <a:t>0.785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202509" y="5084064"/>
            <a:ext cx="2546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Trebuchet MS"/>
                <a:cs typeface="Trebuchet MS"/>
              </a:rPr>
              <a:t>-</a:t>
            </a:r>
            <a:r>
              <a:rPr dirty="0" sz="1100" spc="-25">
                <a:latin typeface="Trebuchet MS"/>
                <a:cs typeface="Trebuchet MS"/>
              </a:rPr>
              <a:t>0.7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4274579" y="5107152"/>
            <a:ext cx="970915" cy="1383030"/>
          </a:xfrm>
          <a:custGeom>
            <a:avLst/>
            <a:gdLst/>
            <a:ahLst/>
            <a:cxnLst/>
            <a:rect l="l" t="t" r="r" b="b"/>
            <a:pathLst>
              <a:path w="970914" h="1383029">
                <a:moveTo>
                  <a:pt x="702703" y="806284"/>
                </a:moveTo>
                <a:lnTo>
                  <a:pt x="701954" y="796785"/>
                </a:lnTo>
                <a:lnTo>
                  <a:pt x="679437" y="798537"/>
                </a:lnTo>
                <a:lnTo>
                  <a:pt x="680097" y="798537"/>
                </a:lnTo>
                <a:lnTo>
                  <a:pt x="659091" y="803363"/>
                </a:lnTo>
                <a:lnTo>
                  <a:pt x="617105" y="822071"/>
                </a:lnTo>
                <a:lnTo>
                  <a:pt x="578091" y="851027"/>
                </a:lnTo>
                <a:lnTo>
                  <a:pt x="543267" y="888479"/>
                </a:lnTo>
                <a:lnTo>
                  <a:pt x="513905" y="932700"/>
                </a:lnTo>
                <a:lnTo>
                  <a:pt x="491261" y="982040"/>
                </a:lnTo>
                <a:lnTo>
                  <a:pt x="476681" y="1034834"/>
                </a:lnTo>
                <a:lnTo>
                  <a:pt x="470179" y="1116393"/>
                </a:lnTo>
                <a:lnTo>
                  <a:pt x="466420" y="1142720"/>
                </a:lnTo>
                <a:lnTo>
                  <a:pt x="452170" y="1193990"/>
                </a:lnTo>
                <a:lnTo>
                  <a:pt x="430034" y="1241958"/>
                </a:lnTo>
                <a:lnTo>
                  <a:pt x="401345" y="1284935"/>
                </a:lnTo>
                <a:lnTo>
                  <a:pt x="367449" y="1321193"/>
                </a:lnTo>
                <a:lnTo>
                  <a:pt x="329742" y="1349044"/>
                </a:lnTo>
                <a:lnTo>
                  <a:pt x="289636" y="1366837"/>
                </a:lnTo>
                <a:lnTo>
                  <a:pt x="269125" y="1371473"/>
                </a:lnTo>
                <a:lnTo>
                  <a:pt x="268465" y="1371473"/>
                </a:lnTo>
                <a:lnTo>
                  <a:pt x="248526" y="1373022"/>
                </a:lnTo>
                <a:lnTo>
                  <a:pt x="207340" y="1367955"/>
                </a:lnTo>
                <a:lnTo>
                  <a:pt x="167233" y="1353718"/>
                </a:lnTo>
                <a:lnTo>
                  <a:pt x="129603" y="1331582"/>
                </a:lnTo>
                <a:lnTo>
                  <a:pt x="95834" y="1302842"/>
                </a:lnTo>
                <a:lnTo>
                  <a:pt x="67284" y="1268831"/>
                </a:lnTo>
                <a:lnTo>
                  <a:pt x="45758" y="1231760"/>
                </a:lnTo>
                <a:lnTo>
                  <a:pt x="45593" y="1231595"/>
                </a:lnTo>
                <a:lnTo>
                  <a:pt x="45313" y="1230909"/>
                </a:lnTo>
                <a:lnTo>
                  <a:pt x="43522" y="1224508"/>
                </a:lnTo>
                <a:lnTo>
                  <a:pt x="42938" y="1222540"/>
                </a:lnTo>
                <a:lnTo>
                  <a:pt x="39230" y="1209954"/>
                </a:lnTo>
                <a:lnTo>
                  <a:pt x="42824" y="1222133"/>
                </a:lnTo>
                <a:lnTo>
                  <a:pt x="42938" y="1222540"/>
                </a:lnTo>
                <a:lnTo>
                  <a:pt x="74561" y="1215872"/>
                </a:lnTo>
                <a:lnTo>
                  <a:pt x="69862" y="1209954"/>
                </a:lnTo>
                <a:lnTo>
                  <a:pt x="21551" y="1149172"/>
                </a:lnTo>
                <a:lnTo>
                  <a:pt x="177" y="1230909"/>
                </a:lnTo>
                <a:lnTo>
                  <a:pt x="63" y="1231328"/>
                </a:lnTo>
                <a:lnTo>
                  <a:pt x="0" y="1231595"/>
                </a:lnTo>
                <a:lnTo>
                  <a:pt x="33591" y="1224508"/>
                </a:lnTo>
                <a:lnTo>
                  <a:pt x="36525" y="1234465"/>
                </a:lnTo>
                <a:lnTo>
                  <a:pt x="59740" y="1274648"/>
                </a:lnTo>
                <a:lnTo>
                  <a:pt x="89369" y="1309827"/>
                </a:lnTo>
                <a:lnTo>
                  <a:pt x="124421" y="1339570"/>
                </a:lnTo>
                <a:lnTo>
                  <a:pt x="163614" y="1362532"/>
                </a:lnTo>
                <a:lnTo>
                  <a:pt x="205651" y="1377327"/>
                </a:lnTo>
                <a:lnTo>
                  <a:pt x="249262" y="1382522"/>
                </a:lnTo>
                <a:lnTo>
                  <a:pt x="270548" y="1380871"/>
                </a:lnTo>
                <a:lnTo>
                  <a:pt x="270789" y="1380871"/>
                </a:lnTo>
                <a:lnTo>
                  <a:pt x="292976" y="1375765"/>
                </a:lnTo>
                <a:lnTo>
                  <a:pt x="300253" y="1373022"/>
                </a:lnTo>
                <a:lnTo>
                  <a:pt x="314274" y="1367751"/>
                </a:lnTo>
                <a:lnTo>
                  <a:pt x="355015" y="1343647"/>
                </a:lnTo>
                <a:lnTo>
                  <a:pt x="392188" y="1310220"/>
                </a:lnTo>
                <a:lnTo>
                  <a:pt x="424548" y="1269149"/>
                </a:lnTo>
                <a:lnTo>
                  <a:pt x="450811" y="1222133"/>
                </a:lnTo>
                <a:lnTo>
                  <a:pt x="469633" y="1170813"/>
                </a:lnTo>
                <a:lnTo>
                  <a:pt x="479691" y="1116863"/>
                </a:lnTo>
                <a:lnTo>
                  <a:pt x="482257" y="1063345"/>
                </a:lnTo>
                <a:lnTo>
                  <a:pt x="485952" y="1036980"/>
                </a:lnTo>
                <a:lnTo>
                  <a:pt x="500075" y="985672"/>
                </a:lnTo>
                <a:lnTo>
                  <a:pt x="522033" y="937653"/>
                </a:lnTo>
                <a:lnTo>
                  <a:pt x="550519" y="894664"/>
                </a:lnTo>
                <a:lnTo>
                  <a:pt x="584136" y="858393"/>
                </a:lnTo>
                <a:lnTo>
                  <a:pt x="621512" y="830516"/>
                </a:lnTo>
                <a:lnTo>
                  <a:pt x="661225" y="812647"/>
                </a:lnTo>
                <a:lnTo>
                  <a:pt x="681761" y="807935"/>
                </a:lnTo>
                <a:lnTo>
                  <a:pt x="681532" y="807935"/>
                </a:lnTo>
                <a:lnTo>
                  <a:pt x="702703" y="806284"/>
                </a:lnTo>
                <a:close/>
              </a:path>
              <a:path w="970914" h="1383029">
                <a:moveTo>
                  <a:pt x="956919" y="659587"/>
                </a:moveTo>
                <a:lnTo>
                  <a:pt x="945222" y="659587"/>
                </a:lnTo>
                <a:lnTo>
                  <a:pt x="945007" y="659587"/>
                </a:lnTo>
                <a:lnTo>
                  <a:pt x="940435" y="663587"/>
                </a:lnTo>
                <a:lnTo>
                  <a:pt x="940155" y="663778"/>
                </a:lnTo>
                <a:lnTo>
                  <a:pt x="939723" y="664019"/>
                </a:lnTo>
                <a:lnTo>
                  <a:pt x="932522" y="668502"/>
                </a:lnTo>
                <a:lnTo>
                  <a:pt x="896912" y="682485"/>
                </a:lnTo>
                <a:lnTo>
                  <a:pt x="847496" y="693978"/>
                </a:lnTo>
                <a:lnTo>
                  <a:pt x="809155" y="699643"/>
                </a:lnTo>
                <a:lnTo>
                  <a:pt x="766927" y="703402"/>
                </a:lnTo>
                <a:lnTo>
                  <a:pt x="764628" y="703402"/>
                </a:lnTo>
                <a:lnTo>
                  <a:pt x="725487" y="704596"/>
                </a:lnTo>
                <a:lnTo>
                  <a:pt x="725563" y="707085"/>
                </a:lnTo>
                <a:lnTo>
                  <a:pt x="725627" y="709129"/>
                </a:lnTo>
                <a:lnTo>
                  <a:pt x="725741" y="712812"/>
                </a:lnTo>
                <a:lnTo>
                  <a:pt x="725779" y="714108"/>
                </a:lnTo>
                <a:lnTo>
                  <a:pt x="768413" y="712812"/>
                </a:lnTo>
                <a:lnTo>
                  <a:pt x="809993" y="709129"/>
                </a:lnTo>
                <a:lnTo>
                  <a:pt x="848893" y="703402"/>
                </a:lnTo>
                <a:lnTo>
                  <a:pt x="899439" y="691667"/>
                </a:lnTo>
                <a:lnTo>
                  <a:pt x="936650" y="677087"/>
                </a:lnTo>
                <a:lnTo>
                  <a:pt x="952754" y="665429"/>
                </a:lnTo>
                <a:lnTo>
                  <a:pt x="956919" y="659587"/>
                </a:lnTo>
                <a:close/>
              </a:path>
              <a:path w="970914" h="1383029">
                <a:moveTo>
                  <a:pt x="959053" y="651916"/>
                </a:moveTo>
                <a:lnTo>
                  <a:pt x="959027" y="650748"/>
                </a:lnTo>
                <a:lnTo>
                  <a:pt x="958913" y="650455"/>
                </a:lnTo>
                <a:lnTo>
                  <a:pt x="958634" y="649757"/>
                </a:lnTo>
                <a:lnTo>
                  <a:pt x="957910" y="647903"/>
                </a:lnTo>
                <a:lnTo>
                  <a:pt x="956779" y="645007"/>
                </a:lnTo>
                <a:lnTo>
                  <a:pt x="956538" y="644398"/>
                </a:lnTo>
                <a:lnTo>
                  <a:pt x="956271" y="643712"/>
                </a:lnTo>
                <a:lnTo>
                  <a:pt x="907211" y="620814"/>
                </a:lnTo>
                <a:lnTo>
                  <a:pt x="864755" y="611416"/>
                </a:lnTo>
                <a:lnTo>
                  <a:pt x="812736" y="603262"/>
                </a:lnTo>
                <a:lnTo>
                  <a:pt x="784745" y="599859"/>
                </a:lnTo>
                <a:lnTo>
                  <a:pt x="784948" y="599859"/>
                </a:lnTo>
                <a:lnTo>
                  <a:pt x="721309" y="594017"/>
                </a:lnTo>
                <a:lnTo>
                  <a:pt x="654570" y="590346"/>
                </a:lnTo>
                <a:lnTo>
                  <a:pt x="585635" y="589038"/>
                </a:lnTo>
                <a:lnTo>
                  <a:pt x="550938" y="589635"/>
                </a:lnTo>
                <a:lnTo>
                  <a:pt x="449694" y="597992"/>
                </a:lnTo>
                <a:lnTo>
                  <a:pt x="387019" y="608291"/>
                </a:lnTo>
                <a:lnTo>
                  <a:pt x="330873" y="621652"/>
                </a:lnTo>
                <a:lnTo>
                  <a:pt x="283273" y="637501"/>
                </a:lnTo>
                <a:lnTo>
                  <a:pt x="246278" y="655332"/>
                </a:lnTo>
                <a:lnTo>
                  <a:pt x="214655" y="685850"/>
                </a:lnTo>
                <a:lnTo>
                  <a:pt x="211480" y="707085"/>
                </a:lnTo>
                <a:lnTo>
                  <a:pt x="210121" y="714108"/>
                </a:lnTo>
                <a:lnTo>
                  <a:pt x="209943" y="715403"/>
                </a:lnTo>
                <a:lnTo>
                  <a:pt x="209842" y="715759"/>
                </a:lnTo>
                <a:lnTo>
                  <a:pt x="209664" y="716165"/>
                </a:lnTo>
                <a:lnTo>
                  <a:pt x="203466" y="733323"/>
                </a:lnTo>
                <a:lnTo>
                  <a:pt x="203263" y="733729"/>
                </a:lnTo>
                <a:lnTo>
                  <a:pt x="202946" y="734161"/>
                </a:lnTo>
                <a:lnTo>
                  <a:pt x="200596" y="738022"/>
                </a:lnTo>
                <a:lnTo>
                  <a:pt x="193255" y="750201"/>
                </a:lnTo>
                <a:lnTo>
                  <a:pt x="193027" y="750519"/>
                </a:lnTo>
                <a:lnTo>
                  <a:pt x="192659" y="750874"/>
                </a:lnTo>
                <a:lnTo>
                  <a:pt x="179959" y="765251"/>
                </a:lnTo>
                <a:lnTo>
                  <a:pt x="176530" y="767029"/>
                </a:lnTo>
                <a:lnTo>
                  <a:pt x="164236" y="737235"/>
                </a:lnTo>
                <a:lnTo>
                  <a:pt x="108343" y="801535"/>
                </a:lnTo>
                <a:lnTo>
                  <a:pt x="193319" y="807656"/>
                </a:lnTo>
                <a:lnTo>
                  <a:pt x="182524" y="781519"/>
                </a:lnTo>
                <a:lnTo>
                  <a:pt x="180187" y="775855"/>
                </a:lnTo>
                <a:lnTo>
                  <a:pt x="185597" y="773061"/>
                </a:lnTo>
                <a:lnTo>
                  <a:pt x="186118" y="772668"/>
                </a:lnTo>
                <a:lnTo>
                  <a:pt x="192074" y="765924"/>
                </a:lnTo>
                <a:lnTo>
                  <a:pt x="193027" y="764844"/>
                </a:lnTo>
                <a:lnTo>
                  <a:pt x="200583" y="756297"/>
                </a:lnTo>
                <a:lnTo>
                  <a:pt x="200888" y="755827"/>
                </a:lnTo>
                <a:lnTo>
                  <a:pt x="211759" y="738022"/>
                </a:lnTo>
                <a:lnTo>
                  <a:pt x="211886" y="737743"/>
                </a:lnTo>
                <a:lnTo>
                  <a:pt x="218884" y="718680"/>
                </a:lnTo>
                <a:lnTo>
                  <a:pt x="218973" y="718439"/>
                </a:lnTo>
                <a:lnTo>
                  <a:pt x="219100" y="717918"/>
                </a:lnTo>
                <a:lnTo>
                  <a:pt x="220980" y="707694"/>
                </a:lnTo>
                <a:lnTo>
                  <a:pt x="221488" y="699858"/>
                </a:lnTo>
                <a:lnTo>
                  <a:pt x="221602" y="697966"/>
                </a:lnTo>
                <a:lnTo>
                  <a:pt x="221792" y="697369"/>
                </a:lnTo>
                <a:lnTo>
                  <a:pt x="228841" y="681342"/>
                </a:lnTo>
                <a:lnTo>
                  <a:pt x="228422" y="681736"/>
                </a:lnTo>
                <a:lnTo>
                  <a:pt x="229146" y="680859"/>
                </a:lnTo>
                <a:lnTo>
                  <a:pt x="228841" y="681342"/>
                </a:lnTo>
                <a:lnTo>
                  <a:pt x="229336" y="680859"/>
                </a:lnTo>
                <a:lnTo>
                  <a:pt x="237871" y="672719"/>
                </a:lnTo>
                <a:lnTo>
                  <a:pt x="238048" y="672503"/>
                </a:lnTo>
                <a:lnTo>
                  <a:pt x="238366" y="672249"/>
                </a:lnTo>
                <a:lnTo>
                  <a:pt x="239458" y="671563"/>
                </a:lnTo>
                <a:lnTo>
                  <a:pt x="250710" y="663778"/>
                </a:lnTo>
                <a:lnTo>
                  <a:pt x="267068" y="654977"/>
                </a:lnTo>
                <a:lnTo>
                  <a:pt x="308660" y="638416"/>
                </a:lnTo>
                <a:lnTo>
                  <a:pt x="360045" y="623925"/>
                </a:lnTo>
                <a:lnTo>
                  <a:pt x="419036" y="612140"/>
                </a:lnTo>
                <a:lnTo>
                  <a:pt x="517017" y="600887"/>
                </a:lnTo>
                <a:lnTo>
                  <a:pt x="585457" y="598563"/>
                </a:lnTo>
                <a:lnTo>
                  <a:pt x="654050" y="599859"/>
                </a:lnTo>
                <a:lnTo>
                  <a:pt x="720534" y="603516"/>
                </a:lnTo>
                <a:lnTo>
                  <a:pt x="782637" y="609193"/>
                </a:lnTo>
                <a:lnTo>
                  <a:pt x="838212" y="616559"/>
                </a:lnTo>
                <a:lnTo>
                  <a:pt x="885063" y="625233"/>
                </a:lnTo>
                <a:lnTo>
                  <a:pt x="933767" y="639724"/>
                </a:lnTo>
                <a:lnTo>
                  <a:pt x="943229" y="644753"/>
                </a:lnTo>
                <a:lnTo>
                  <a:pt x="942822" y="644398"/>
                </a:lnTo>
                <a:lnTo>
                  <a:pt x="943724" y="645007"/>
                </a:lnTo>
                <a:lnTo>
                  <a:pt x="943229" y="644753"/>
                </a:lnTo>
                <a:lnTo>
                  <a:pt x="948105" y="648995"/>
                </a:lnTo>
                <a:lnTo>
                  <a:pt x="949185" y="651751"/>
                </a:lnTo>
                <a:lnTo>
                  <a:pt x="949528" y="650748"/>
                </a:lnTo>
                <a:lnTo>
                  <a:pt x="949604" y="650455"/>
                </a:lnTo>
                <a:lnTo>
                  <a:pt x="949617" y="650773"/>
                </a:lnTo>
                <a:lnTo>
                  <a:pt x="949286" y="651751"/>
                </a:lnTo>
                <a:lnTo>
                  <a:pt x="949248" y="651916"/>
                </a:lnTo>
                <a:lnTo>
                  <a:pt x="948702" y="654189"/>
                </a:lnTo>
                <a:lnTo>
                  <a:pt x="948702" y="654977"/>
                </a:lnTo>
                <a:lnTo>
                  <a:pt x="948296" y="655866"/>
                </a:lnTo>
                <a:lnTo>
                  <a:pt x="948423" y="655332"/>
                </a:lnTo>
                <a:lnTo>
                  <a:pt x="948702" y="654977"/>
                </a:lnTo>
                <a:lnTo>
                  <a:pt x="948702" y="654189"/>
                </a:lnTo>
                <a:lnTo>
                  <a:pt x="948512" y="654977"/>
                </a:lnTo>
                <a:lnTo>
                  <a:pt x="945553" y="659117"/>
                </a:lnTo>
                <a:lnTo>
                  <a:pt x="945997" y="658736"/>
                </a:lnTo>
                <a:lnTo>
                  <a:pt x="945515" y="659257"/>
                </a:lnTo>
                <a:lnTo>
                  <a:pt x="957148" y="659257"/>
                </a:lnTo>
                <a:lnTo>
                  <a:pt x="957389" y="658736"/>
                </a:lnTo>
                <a:lnTo>
                  <a:pt x="958100" y="655866"/>
                </a:lnTo>
                <a:lnTo>
                  <a:pt x="958494" y="654227"/>
                </a:lnTo>
                <a:lnTo>
                  <a:pt x="958710" y="653313"/>
                </a:lnTo>
                <a:lnTo>
                  <a:pt x="959053" y="651916"/>
                </a:lnTo>
                <a:close/>
              </a:path>
              <a:path w="970914" h="1383029">
                <a:moveTo>
                  <a:pt x="965073" y="102857"/>
                </a:moveTo>
                <a:lnTo>
                  <a:pt x="964806" y="102374"/>
                </a:lnTo>
                <a:lnTo>
                  <a:pt x="962113" y="97472"/>
                </a:lnTo>
                <a:lnTo>
                  <a:pt x="961898" y="97180"/>
                </a:lnTo>
                <a:lnTo>
                  <a:pt x="924128" y="66624"/>
                </a:lnTo>
                <a:lnTo>
                  <a:pt x="885190" y="48539"/>
                </a:lnTo>
                <a:lnTo>
                  <a:pt x="837577" y="32905"/>
                </a:lnTo>
                <a:lnTo>
                  <a:pt x="783170" y="20231"/>
                </a:lnTo>
                <a:lnTo>
                  <a:pt x="693724" y="8242"/>
                </a:lnTo>
                <a:lnTo>
                  <a:pt x="694309" y="8242"/>
                </a:lnTo>
                <a:lnTo>
                  <a:pt x="662216" y="6337"/>
                </a:lnTo>
                <a:lnTo>
                  <a:pt x="663295" y="6337"/>
                </a:lnTo>
                <a:lnTo>
                  <a:pt x="630047" y="5664"/>
                </a:lnTo>
                <a:lnTo>
                  <a:pt x="567270" y="6337"/>
                </a:lnTo>
                <a:lnTo>
                  <a:pt x="506526" y="8242"/>
                </a:lnTo>
                <a:lnTo>
                  <a:pt x="449681" y="11201"/>
                </a:lnTo>
                <a:lnTo>
                  <a:pt x="398754" y="15049"/>
                </a:lnTo>
                <a:lnTo>
                  <a:pt x="355650" y="19596"/>
                </a:lnTo>
                <a:lnTo>
                  <a:pt x="308864" y="27622"/>
                </a:lnTo>
                <a:lnTo>
                  <a:pt x="309079" y="27622"/>
                </a:lnTo>
                <a:lnTo>
                  <a:pt x="304838" y="29705"/>
                </a:lnTo>
                <a:lnTo>
                  <a:pt x="288290" y="0"/>
                </a:lnTo>
                <a:lnTo>
                  <a:pt x="240271" y="70370"/>
                </a:lnTo>
                <a:lnTo>
                  <a:pt x="323951" y="66624"/>
                </a:lnTo>
                <a:lnTo>
                  <a:pt x="325412" y="66624"/>
                </a:lnTo>
                <a:lnTo>
                  <a:pt x="312661" y="43738"/>
                </a:lnTo>
                <a:lnTo>
                  <a:pt x="309486" y="38036"/>
                </a:lnTo>
                <a:lnTo>
                  <a:pt x="312153" y="36728"/>
                </a:lnTo>
                <a:lnTo>
                  <a:pt x="311848" y="36728"/>
                </a:lnTo>
                <a:lnTo>
                  <a:pt x="312394" y="36614"/>
                </a:lnTo>
                <a:lnTo>
                  <a:pt x="313563" y="36347"/>
                </a:lnTo>
                <a:lnTo>
                  <a:pt x="323888" y="34086"/>
                </a:lnTo>
                <a:lnTo>
                  <a:pt x="338937" y="31521"/>
                </a:lnTo>
                <a:lnTo>
                  <a:pt x="356743" y="29057"/>
                </a:lnTo>
                <a:lnTo>
                  <a:pt x="377024" y="26733"/>
                </a:lnTo>
                <a:lnTo>
                  <a:pt x="397903" y="24701"/>
                </a:lnTo>
                <a:lnTo>
                  <a:pt x="397598" y="24701"/>
                </a:lnTo>
                <a:lnTo>
                  <a:pt x="450227" y="20713"/>
                </a:lnTo>
                <a:lnTo>
                  <a:pt x="506831" y="17767"/>
                </a:lnTo>
                <a:lnTo>
                  <a:pt x="567372" y="15862"/>
                </a:lnTo>
                <a:lnTo>
                  <a:pt x="628319" y="15214"/>
                </a:lnTo>
                <a:lnTo>
                  <a:pt x="630669" y="15214"/>
                </a:lnTo>
                <a:lnTo>
                  <a:pt x="663511" y="15862"/>
                </a:lnTo>
                <a:lnTo>
                  <a:pt x="661911" y="15862"/>
                </a:lnTo>
                <a:lnTo>
                  <a:pt x="692023" y="17640"/>
                </a:lnTo>
                <a:lnTo>
                  <a:pt x="753325" y="24701"/>
                </a:lnTo>
                <a:lnTo>
                  <a:pt x="753021" y="24701"/>
                </a:lnTo>
                <a:lnTo>
                  <a:pt x="781202" y="29552"/>
                </a:lnTo>
                <a:lnTo>
                  <a:pt x="834821" y="42024"/>
                </a:lnTo>
                <a:lnTo>
                  <a:pt x="881468" y="57315"/>
                </a:lnTo>
                <a:lnTo>
                  <a:pt x="919073" y="74701"/>
                </a:lnTo>
                <a:lnTo>
                  <a:pt x="954201" y="102857"/>
                </a:lnTo>
                <a:lnTo>
                  <a:pt x="954570" y="103263"/>
                </a:lnTo>
                <a:lnTo>
                  <a:pt x="954278" y="102857"/>
                </a:lnTo>
                <a:lnTo>
                  <a:pt x="965073" y="102857"/>
                </a:lnTo>
                <a:close/>
              </a:path>
              <a:path w="970914" h="1383029">
                <a:moveTo>
                  <a:pt x="968883" y="111950"/>
                </a:moveTo>
                <a:lnTo>
                  <a:pt x="968743" y="111201"/>
                </a:lnTo>
                <a:lnTo>
                  <a:pt x="968324" y="108953"/>
                </a:lnTo>
                <a:lnTo>
                  <a:pt x="968146" y="108470"/>
                </a:lnTo>
                <a:lnTo>
                  <a:pt x="965288" y="103263"/>
                </a:lnTo>
                <a:lnTo>
                  <a:pt x="954570" y="103263"/>
                </a:lnTo>
                <a:lnTo>
                  <a:pt x="954430" y="103263"/>
                </a:lnTo>
                <a:lnTo>
                  <a:pt x="959192" y="111950"/>
                </a:lnTo>
                <a:lnTo>
                  <a:pt x="959319" y="111950"/>
                </a:lnTo>
                <a:lnTo>
                  <a:pt x="968883" y="111950"/>
                </a:lnTo>
                <a:close/>
              </a:path>
              <a:path w="970914" h="1383029">
                <a:moveTo>
                  <a:pt x="969225" y="130365"/>
                </a:moveTo>
                <a:lnTo>
                  <a:pt x="959624" y="130365"/>
                </a:lnTo>
                <a:lnTo>
                  <a:pt x="959485" y="130365"/>
                </a:lnTo>
                <a:lnTo>
                  <a:pt x="958773" y="132283"/>
                </a:lnTo>
                <a:lnTo>
                  <a:pt x="956462" y="138709"/>
                </a:lnTo>
                <a:lnTo>
                  <a:pt x="953579" y="143421"/>
                </a:lnTo>
                <a:lnTo>
                  <a:pt x="950722" y="148196"/>
                </a:lnTo>
                <a:lnTo>
                  <a:pt x="920953" y="175691"/>
                </a:lnTo>
                <a:lnTo>
                  <a:pt x="875830" y="199364"/>
                </a:lnTo>
                <a:lnTo>
                  <a:pt x="820204" y="216687"/>
                </a:lnTo>
                <a:lnTo>
                  <a:pt x="779284" y="223634"/>
                </a:lnTo>
                <a:lnTo>
                  <a:pt x="736917" y="226098"/>
                </a:lnTo>
                <a:lnTo>
                  <a:pt x="737120" y="233121"/>
                </a:lnTo>
                <a:lnTo>
                  <a:pt x="737196" y="235610"/>
                </a:lnTo>
                <a:lnTo>
                  <a:pt x="758596" y="234988"/>
                </a:lnTo>
                <a:lnTo>
                  <a:pt x="780110" y="233121"/>
                </a:lnTo>
                <a:lnTo>
                  <a:pt x="821702" y="226098"/>
                </a:lnTo>
                <a:lnTo>
                  <a:pt x="860907" y="215099"/>
                </a:lnTo>
                <a:lnTo>
                  <a:pt x="911809" y="192570"/>
                </a:lnTo>
                <a:lnTo>
                  <a:pt x="949236" y="164617"/>
                </a:lnTo>
                <a:lnTo>
                  <a:pt x="969022" y="131927"/>
                </a:lnTo>
                <a:lnTo>
                  <a:pt x="969225" y="130365"/>
                </a:lnTo>
                <a:close/>
              </a:path>
              <a:path w="970914" h="1383029">
                <a:moveTo>
                  <a:pt x="970343" y="119773"/>
                </a:moveTo>
                <a:lnTo>
                  <a:pt x="968997" y="112610"/>
                </a:lnTo>
                <a:lnTo>
                  <a:pt x="959561" y="112610"/>
                </a:lnTo>
                <a:lnTo>
                  <a:pt x="959319" y="112610"/>
                </a:lnTo>
                <a:lnTo>
                  <a:pt x="960843" y="120789"/>
                </a:lnTo>
                <a:lnTo>
                  <a:pt x="960932" y="120040"/>
                </a:lnTo>
                <a:lnTo>
                  <a:pt x="960958" y="121221"/>
                </a:lnTo>
                <a:lnTo>
                  <a:pt x="960843" y="120789"/>
                </a:lnTo>
                <a:lnTo>
                  <a:pt x="959751" y="129298"/>
                </a:lnTo>
                <a:lnTo>
                  <a:pt x="959688" y="129819"/>
                </a:lnTo>
                <a:lnTo>
                  <a:pt x="959624" y="130365"/>
                </a:lnTo>
                <a:lnTo>
                  <a:pt x="959751" y="129819"/>
                </a:lnTo>
                <a:lnTo>
                  <a:pt x="969289" y="129819"/>
                </a:lnTo>
                <a:lnTo>
                  <a:pt x="969352" y="129298"/>
                </a:lnTo>
                <a:lnTo>
                  <a:pt x="970343" y="121513"/>
                </a:lnTo>
                <a:lnTo>
                  <a:pt x="970343" y="120040"/>
                </a:lnTo>
                <a:lnTo>
                  <a:pt x="970343" y="119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842328" y="6147465"/>
            <a:ext cx="2367280" cy="3797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57150" marR="5080" indent="-44450">
              <a:lnSpc>
                <a:spcPts val="1390"/>
              </a:lnSpc>
              <a:spcBef>
                <a:spcPts val="115"/>
              </a:spcBef>
            </a:pPr>
            <a:r>
              <a:rPr dirty="0" sz="1200">
                <a:latin typeface="Trebuchet MS"/>
                <a:cs typeface="Trebuchet MS"/>
              </a:rPr>
              <a:t>the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wavelengths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form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a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geometric </a:t>
            </a:r>
            <a:r>
              <a:rPr dirty="0" sz="1200">
                <a:latin typeface="Trebuchet MS"/>
                <a:cs typeface="Trebuchet MS"/>
              </a:rPr>
              <a:t>progression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from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2</a:t>
            </a:r>
            <a:r>
              <a:rPr dirty="0" sz="1200">
                <a:latin typeface="Cambria Math"/>
                <a:cs typeface="Cambria Math"/>
              </a:rPr>
              <a:t>𝜋</a:t>
            </a:r>
            <a:r>
              <a:rPr dirty="0" sz="1200" spc="75">
                <a:latin typeface="Cambria Math"/>
                <a:cs typeface="Cambria Math"/>
              </a:rPr>
              <a:t> </a:t>
            </a:r>
            <a:r>
              <a:rPr dirty="0" sz="1200">
                <a:latin typeface="Trebuchet MS"/>
                <a:cs typeface="Trebuchet MS"/>
              </a:rPr>
              <a:t>to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10000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Cambria Math"/>
                <a:cs typeface="Cambria Math"/>
              </a:rPr>
              <a:t>⋅</a:t>
            </a:r>
            <a:r>
              <a:rPr dirty="0" sz="1200" spc="80">
                <a:latin typeface="Cambria Math"/>
                <a:cs typeface="Cambria Math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2</a:t>
            </a:r>
            <a:r>
              <a:rPr dirty="0" sz="1200" spc="-25">
                <a:latin typeface="Cambria Math"/>
                <a:cs typeface="Cambria Math"/>
              </a:rPr>
              <a:t>𝜋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645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Self-Attention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479004" y="2502052"/>
            <a:ext cx="1710689" cy="849630"/>
          </a:xfrm>
          <a:custGeom>
            <a:avLst/>
            <a:gdLst/>
            <a:ahLst/>
            <a:cxnLst/>
            <a:rect l="l" t="t" r="r" b="b"/>
            <a:pathLst>
              <a:path w="1710689" h="849629">
                <a:moveTo>
                  <a:pt x="1710499" y="38100"/>
                </a:moveTo>
                <a:lnTo>
                  <a:pt x="1700974" y="33337"/>
                </a:lnTo>
                <a:lnTo>
                  <a:pt x="1634299" y="0"/>
                </a:lnTo>
                <a:lnTo>
                  <a:pt x="1634299" y="26174"/>
                </a:lnTo>
                <a:lnTo>
                  <a:pt x="1626336" y="24917"/>
                </a:lnTo>
                <a:lnTo>
                  <a:pt x="1629016" y="33337"/>
                </a:lnTo>
                <a:lnTo>
                  <a:pt x="1447" y="33337"/>
                </a:lnTo>
                <a:lnTo>
                  <a:pt x="1447" y="42862"/>
                </a:lnTo>
                <a:lnTo>
                  <a:pt x="1598549" y="42862"/>
                </a:lnTo>
                <a:lnTo>
                  <a:pt x="1609610" y="65239"/>
                </a:lnTo>
                <a:lnTo>
                  <a:pt x="0" y="577850"/>
                </a:lnTo>
                <a:lnTo>
                  <a:pt x="2895" y="586917"/>
                </a:lnTo>
                <a:lnTo>
                  <a:pt x="1569389" y="88049"/>
                </a:lnTo>
                <a:lnTo>
                  <a:pt x="45808" y="841095"/>
                </a:lnTo>
                <a:lnTo>
                  <a:pt x="50038" y="849630"/>
                </a:lnTo>
                <a:lnTo>
                  <a:pt x="1614995" y="76136"/>
                </a:lnTo>
                <a:lnTo>
                  <a:pt x="1629778" y="106019"/>
                </a:lnTo>
                <a:lnTo>
                  <a:pt x="1645526" y="85217"/>
                </a:lnTo>
                <a:lnTo>
                  <a:pt x="1649463" y="97523"/>
                </a:lnTo>
                <a:lnTo>
                  <a:pt x="1695373" y="52832"/>
                </a:lnTo>
                <a:lnTo>
                  <a:pt x="1710499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06176" y="2066035"/>
            <a:ext cx="483870" cy="14795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u="sng" sz="1800" spc="-2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107950">
              <a:lnSpc>
                <a:spcPct val="100000"/>
              </a:lnSpc>
              <a:spcBef>
                <a:spcPts val="315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07950" marR="5080">
              <a:lnSpc>
                <a:spcPct val="100000"/>
              </a:lnSpc>
              <a:spcBef>
                <a:spcPts val="20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44823" y="1977644"/>
            <a:ext cx="636905" cy="15468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Query</a:t>
            </a:r>
            <a:endParaRPr sz="1800">
              <a:latin typeface="Trebuchet MS"/>
              <a:cs typeface="Trebuchet MS"/>
            </a:endParaRPr>
          </a:p>
          <a:p>
            <a:pPr marL="135890">
              <a:lnSpc>
                <a:spcPct val="100000"/>
              </a:lnSpc>
              <a:spcBef>
                <a:spcPts val="575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35890" marR="130175">
              <a:lnSpc>
                <a:spcPct val="99400"/>
              </a:lnSpc>
              <a:spcBef>
                <a:spcPts val="60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164074" y="2582405"/>
            <a:ext cx="1710055" cy="313055"/>
          </a:xfrm>
          <a:custGeom>
            <a:avLst/>
            <a:gdLst/>
            <a:ahLst/>
            <a:cxnLst/>
            <a:rect l="l" t="t" r="r" b="b"/>
            <a:pathLst>
              <a:path w="1710054" h="313055">
                <a:moveTo>
                  <a:pt x="1709801" y="274345"/>
                </a:moveTo>
                <a:lnTo>
                  <a:pt x="1702536" y="269151"/>
                </a:lnTo>
                <a:lnTo>
                  <a:pt x="1640471" y="224828"/>
                </a:lnTo>
                <a:lnTo>
                  <a:pt x="1638300" y="238607"/>
                </a:lnTo>
                <a:lnTo>
                  <a:pt x="1633601" y="236245"/>
                </a:lnTo>
                <a:lnTo>
                  <a:pt x="1633601" y="257505"/>
                </a:lnTo>
                <a:lnTo>
                  <a:pt x="1485" y="0"/>
                </a:lnTo>
                <a:lnTo>
                  <a:pt x="0" y="9410"/>
                </a:lnTo>
                <a:lnTo>
                  <a:pt x="1633601" y="267144"/>
                </a:lnTo>
                <a:lnTo>
                  <a:pt x="1633601" y="268389"/>
                </a:lnTo>
                <a:lnTo>
                  <a:pt x="1633410" y="269582"/>
                </a:lnTo>
                <a:lnTo>
                  <a:pt x="749" y="269582"/>
                </a:lnTo>
                <a:lnTo>
                  <a:pt x="749" y="279107"/>
                </a:lnTo>
                <a:lnTo>
                  <a:pt x="1631899" y="279107"/>
                </a:lnTo>
                <a:lnTo>
                  <a:pt x="1628597" y="300101"/>
                </a:lnTo>
                <a:lnTo>
                  <a:pt x="1633601" y="298526"/>
                </a:lnTo>
                <a:lnTo>
                  <a:pt x="1633601" y="312445"/>
                </a:lnTo>
                <a:lnTo>
                  <a:pt x="1700276" y="279107"/>
                </a:lnTo>
                <a:lnTo>
                  <a:pt x="1709801" y="274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29190" y="1947164"/>
            <a:ext cx="636905" cy="15894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Query</a:t>
            </a:r>
            <a:endParaRPr sz="1800">
              <a:latin typeface="Trebuchet MS"/>
              <a:cs typeface="Trebuchet MS"/>
            </a:endParaRPr>
          </a:p>
          <a:p>
            <a:pPr marL="135890">
              <a:lnSpc>
                <a:spcPct val="100000"/>
              </a:lnSpc>
              <a:spcBef>
                <a:spcPts val="745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35890" marR="130175">
              <a:lnSpc>
                <a:spcPct val="100000"/>
              </a:lnSpc>
              <a:spcBef>
                <a:spcPts val="25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92644" y="1934971"/>
            <a:ext cx="481330" cy="1589405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u="sng" sz="1800" spc="-2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106045">
              <a:lnSpc>
                <a:spcPct val="100000"/>
              </a:lnSpc>
              <a:spcBef>
                <a:spcPts val="740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06045" marR="5080">
              <a:lnSpc>
                <a:spcPct val="99400"/>
              </a:lnSpc>
              <a:spcBef>
                <a:spcPts val="60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480451" y="4727740"/>
            <a:ext cx="1680210" cy="306070"/>
          </a:xfrm>
          <a:custGeom>
            <a:avLst/>
            <a:gdLst/>
            <a:ahLst/>
            <a:cxnLst/>
            <a:rect l="l" t="t" r="r" b="b"/>
            <a:pathLst>
              <a:path w="1680210" h="306070">
                <a:moveTo>
                  <a:pt x="1679752" y="38100"/>
                </a:moveTo>
                <a:lnTo>
                  <a:pt x="1670227" y="33337"/>
                </a:lnTo>
                <a:lnTo>
                  <a:pt x="1603552" y="0"/>
                </a:lnTo>
                <a:lnTo>
                  <a:pt x="1603552" y="14198"/>
                </a:lnTo>
                <a:lnTo>
                  <a:pt x="1598472" y="12598"/>
                </a:lnTo>
                <a:lnTo>
                  <a:pt x="1601800" y="33337"/>
                </a:lnTo>
                <a:lnTo>
                  <a:pt x="0" y="33337"/>
                </a:lnTo>
                <a:lnTo>
                  <a:pt x="0" y="42862"/>
                </a:lnTo>
                <a:lnTo>
                  <a:pt x="1603336" y="42862"/>
                </a:lnTo>
                <a:lnTo>
                  <a:pt x="1603552" y="44170"/>
                </a:lnTo>
                <a:lnTo>
                  <a:pt x="1603552" y="45542"/>
                </a:lnTo>
                <a:lnTo>
                  <a:pt x="45720" y="296367"/>
                </a:lnTo>
                <a:lnTo>
                  <a:pt x="47231" y="305777"/>
                </a:lnTo>
                <a:lnTo>
                  <a:pt x="1603552" y="55194"/>
                </a:lnTo>
                <a:lnTo>
                  <a:pt x="1603552" y="76200"/>
                </a:lnTo>
                <a:lnTo>
                  <a:pt x="1608315" y="73825"/>
                </a:lnTo>
                <a:lnTo>
                  <a:pt x="1610575" y="87820"/>
                </a:lnTo>
                <a:lnTo>
                  <a:pt x="1672259" y="43484"/>
                </a:lnTo>
                <a:lnTo>
                  <a:pt x="167975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06176" y="3791204"/>
            <a:ext cx="483870" cy="1403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2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107950">
              <a:lnSpc>
                <a:spcPct val="100000"/>
              </a:lnSpc>
              <a:spcBef>
                <a:spcPts val="20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07950" marR="5080">
              <a:lnSpc>
                <a:spcPct val="100000"/>
              </a:lnSpc>
              <a:spcBef>
                <a:spcPts val="25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52326" y="3775964"/>
            <a:ext cx="636905" cy="142748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Query</a:t>
            </a:r>
            <a:endParaRPr sz="1800">
              <a:latin typeface="Trebuchet MS"/>
              <a:cs typeface="Trebuchet MS"/>
            </a:endParaRPr>
          </a:p>
          <a:p>
            <a:pPr marL="128270">
              <a:lnSpc>
                <a:spcPct val="100000"/>
              </a:lnSpc>
              <a:spcBef>
                <a:spcPts val="120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28270" marR="137795">
              <a:lnSpc>
                <a:spcPct val="99400"/>
              </a:lnSpc>
              <a:spcBef>
                <a:spcPts val="35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08526" y="3702811"/>
            <a:ext cx="465455" cy="152844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u="sng" sz="1800" spc="-2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Key</a:t>
            </a:r>
            <a:endParaRPr sz="18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505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90170" marR="5080">
              <a:lnSpc>
                <a:spcPct val="99400"/>
              </a:lnSpc>
              <a:spcBef>
                <a:spcPts val="60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209159" y="4241177"/>
            <a:ext cx="1635760" cy="864235"/>
          </a:xfrm>
          <a:custGeom>
            <a:avLst/>
            <a:gdLst/>
            <a:ahLst/>
            <a:cxnLst/>
            <a:rect l="l" t="t" r="r" b="b"/>
            <a:pathLst>
              <a:path w="1635759" h="864235">
                <a:moveTo>
                  <a:pt x="1635417" y="787641"/>
                </a:moveTo>
                <a:lnTo>
                  <a:pt x="1631937" y="785393"/>
                </a:lnTo>
                <a:lnTo>
                  <a:pt x="1563865" y="741387"/>
                </a:lnTo>
                <a:lnTo>
                  <a:pt x="1560195" y="774522"/>
                </a:lnTo>
                <a:lnTo>
                  <a:pt x="1539278" y="772210"/>
                </a:lnTo>
                <a:lnTo>
                  <a:pt x="4279" y="0"/>
                </a:lnTo>
                <a:lnTo>
                  <a:pt x="0" y="8509"/>
                </a:lnTo>
                <a:lnTo>
                  <a:pt x="1512112" y="769213"/>
                </a:lnTo>
                <a:lnTo>
                  <a:pt x="2654" y="602272"/>
                </a:lnTo>
                <a:lnTo>
                  <a:pt x="1612" y="611733"/>
                </a:lnTo>
                <a:lnTo>
                  <a:pt x="1536547" y="781507"/>
                </a:lnTo>
                <a:lnTo>
                  <a:pt x="1558213" y="792403"/>
                </a:lnTo>
                <a:lnTo>
                  <a:pt x="1555750" y="814705"/>
                </a:lnTo>
                <a:lnTo>
                  <a:pt x="1552511" y="821131"/>
                </a:lnTo>
                <a:lnTo>
                  <a:pt x="2133" y="821131"/>
                </a:lnTo>
                <a:lnTo>
                  <a:pt x="2133" y="830656"/>
                </a:lnTo>
                <a:lnTo>
                  <a:pt x="1559217" y="830656"/>
                </a:lnTo>
                <a:lnTo>
                  <a:pt x="1559217" y="863993"/>
                </a:lnTo>
                <a:lnTo>
                  <a:pt x="1625892" y="830656"/>
                </a:lnTo>
                <a:lnTo>
                  <a:pt x="1635417" y="825893"/>
                </a:lnTo>
                <a:lnTo>
                  <a:pt x="1617294" y="801611"/>
                </a:lnTo>
                <a:lnTo>
                  <a:pt x="1613027" y="795909"/>
                </a:lnTo>
                <a:lnTo>
                  <a:pt x="1635417" y="787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29190" y="3690620"/>
            <a:ext cx="636905" cy="15525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Query</a:t>
            </a:r>
            <a:endParaRPr sz="1800">
              <a:latin typeface="Trebuchet MS"/>
              <a:cs typeface="Trebuchet MS"/>
            </a:endParaRPr>
          </a:p>
          <a:p>
            <a:pPr marL="135890">
              <a:lnSpc>
                <a:spcPct val="100000"/>
              </a:lnSpc>
              <a:spcBef>
                <a:spcPts val="600"/>
              </a:spcBef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35890" marR="130175">
              <a:lnSpc>
                <a:spcPct val="99400"/>
              </a:lnSpc>
              <a:spcBef>
                <a:spcPts val="60"/>
              </a:spcBef>
            </a:pPr>
            <a:r>
              <a:rPr dirty="0" sz="1800" spc="-25">
                <a:latin typeface="Trebuchet MS"/>
                <a:cs typeface="Trebuchet MS"/>
              </a:rPr>
              <a:t>am </a:t>
            </a:r>
            <a:r>
              <a:rPr dirty="0" sz="1800" spc="-50">
                <a:latin typeface="Trebuchet MS"/>
                <a:cs typeface="Trebuchet MS"/>
              </a:rPr>
              <a:t>a </a:t>
            </a: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231141" y="5427979"/>
            <a:ext cx="8197850" cy="11049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800">
                <a:latin typeface="Wingdings"/>
                <a:cs typeface="Wingdings"/>
              </a:rPr>
              <a:t>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Self-</a:t>
            </a:r>
            <a:r>
              <a:rPr dirty="0" sz="1800">
                <a:latin typeface="Trebuchet MS"/>
                <a:cs typeface="Trebuchet MS"/>
              </a:rPr>
              <a:t>Attention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allow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each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word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refer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other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words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same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sequence,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to </a:t>
            </a:r>
            <a:r>
              <a:rPr dirty="0" sz="1800">
                <a:latin typeface="Trebuchet MS"/>
                <a:cs typeface="Trebuchet MS"/>
              </a:rPr>
              <a:t>compute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better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encoded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representation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sequence.</a:t>
            </a:r>
            <a:endParaRPr sz="1800">
              <a:latin typeface="Trebuchet MS"/>
              <a:cs typeface="Trebuchet MS"/>
            </a:endParaRPr>
          </a:p>
          <a:p>
            <a:pPr algn="ctr" marL="56515">
              <a:lnSpc>
                <a:spcPct val="100000"/>
              </a:lnSpc>
              <a:spcBef>
                <a:spcPts val="1989"/>
              </a:spcBef>
            </a:pPr>
            <a:r>
              <a:rPr dirty="0" sz="1800">
                <a:latin typeface="Trebuchet MS"/>
                <a:cs typeface="Trebuchet MS"/>
              </a:rPr>
              <a:t>Attention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Alignment(Query,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Key)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*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Value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4939" y="762507"/>
            <a:ext cx="4561205" cy="119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600">
                <a:latin typeface="Trebuchet MS"/>
                <a:cs typeface="Trebuchet MS"/>
              </a:rPr>
              <a:t>Query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Criteria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generate(related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to)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this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word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Multiple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candidate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attend</a:t>
            </a:r>
            <a:endParaRPr sz="1600">
              <a:latin typeface="Trebuchet MS"/>
              <a:cs typeface="Trebuchet MS"/>
            </a:endParaRPr>
          </a:p>
          <a:p>
            <a:pPr marL="12700" marR="1160780">
              <a:lnSpc>
                <a:spcPct val="120000"/>
              </a:lnSpc>
            </a:pPr>
            <a:r>
              <a:rPr dirty="0" sz="1600">
                <a:latin typeface="Trebuchet MS"/>
                <a:cs typeface="Trebuchet MS"/>
              </a:rPr>
              <a:t>Alignment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Query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match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scoring Value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Representation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of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each</a:t>
            </a:r>
            <a:r>
              <a:rPr dirty="0" sz="1600" spc="-25">
                <a:latin typeface="Trebuchet MS"/>
                <a:cs typeface="Trebuchet MS"/>
              </a:rPr>
              <a:t> key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31317" y="1314743"/>
            <a:ext cx="8049259" cy="3945254"/>
            <a:chOff x="1031317" y="1314743"/>
            <a:chExt cx="8049259" cy="3945254"/>
          </a:xfrm>
        </p:grpSpPr>
        <p:sp>
          <p:nvSpPr>
            <p:cNvPr id="3" name="object 3" descr=""/>
            <p:cNvSpPr/>
            <p:nvPr/>
          </p:nvSpPr>
          <p:spPr>
            <a:xfrm>
              <a:off x="4628443" y="3481942"/>
              <a:ext cx="4439920" cy="1026160"/>
            </a:xfrm>
            <a:custGeom>
              <a:avLst/>
              <a:gdLst/>
              <a:ahLst/>
              <a:cxnLst/>
              <a:rect l="l" t="t" r="r" b="b"/>
              <a:pathLst>
                <a:path w="4439920" h="1026160">
                  <a:moveTo>
                    <a:pt x="0" y="171005"/>
                  </a:moveTo>
                  <a:lnTo>
                    <a:pt x="6108" y="125545"/>
                  </a:lnTo>
                  <a:lnTo>
                    <a:pt x="23347" y="84695"/>
                  </a:lnTo>
                  <a:lnTo>
                    <a:pt x="50086" y="50086"/>
                  </a:lnTo>
                  <a:lnTo>
                    <a:pt x="84695" y="23347"/>
                  </a:lnTo>
                  <a:lnTo>
                    <a:pt x="125545" y="6108"/>
                  </a:lnTo>
                  <a:lnTo>
                    <a:pt x="171005" y="0"/>
                  </a:lnTo>
                  <a:lnTo>
                    <a:pt x="4268351" y="0"/>
                  </a:lnTo>
                  <a:lnTo>
                    <a:pt x="4313810" y="6108"/>
                  </a:lnTo>
                  <a:lnTo>
                    <a:pt x="4354660" y="23347"/>
                  </a:lnTo>
                  <a:lnTo>
                    <a:pt x="4389269" y="50086"/>
                  </a:lnTo>
                  <a:lnTo>
                    <a:pt x="4416008" y="84695"/>
                  </a:lnTo>
                  <a:lnTo>
                    <a:pt x="4433247" y="125545"/>
                  </a:lnTo>
                  <a:lnTo>
                    <a:pt x="4439356" y="171005"/>
                  </a:lnTo>
                  <a:lnTo>
                    <a:pt x="4439356" y="854999"/>
                  </a:lnTo>
                  <a:lnTo>
                    <a:pt x="4433247" y="900459"/>
                  </a:lnTo>
                  <a:lnTo>
                    <a:pt x="4416008" y="941309"/>
                  </a:lnTo>
                  <a:lnTo>
                    <a:pt x="4389269" y="975918"/>
                  </a:lnTo>
                  <a:lnTo>
                    <a:pt x="4354660" y="1002657"/>
                  </a:lnTo>
                  <a:lnTo>
                    <a:pt x="4313810" y="1019896"/>
                  </a:lnTo>
                  <a:lnTo>
                    <a:pt x="4268351" y="1026005"/>
                  </a:lnTo>
                  <a:lnTo>
                    <a:pt x="171005" y="1026005"/>
                  </a:lnTo>
                  <a:lnTo>
                    <a:pt x="125545" y="1019896"/>
                  </a:lnTo>
                  <a:lnTo>
                    <a:pt x="84695" y="1002657"/>
                  </a:lnTo>
                  <a:lnTo>
                    <a:pt x="50086" y="975918"/>
                  </a:lnTo>
                  <a:lnTo>
                    <a:pt x="23347" y="941309"/>
                  </a:lnTo>
                  <a:lnTo>
                    <a:pt x="6108" y="900459"/>
                  </a:lnTo>
                  <a:lnTo>
                    <a:pt x="0" y="854999"/>
                  </a:lnTo>
                  <a:lnTo>
                    <a:pt x="0" y="171005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17" y="1314743"/>
              <a:ext cx="1727053" cy="336917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Scaled</a:t>
            </a:r>
            <a:r>
              <a:rPr dirty="0" spc="-75"/>
              <a:t> </a:t>
            </a:r>
            <a:r>
              <a:rPr dirty="0" spc="-10"/>
              <a:t>Dot-</a:t>
            </a:r>
            <a:r>
              <a:rPr dirty="0"/>
              <a:t>Product</a:t>
            </a:r>
            <a:r>
              <a:rPr dirty="0" spc="-75"/>
              <a:t> </a:t>
            </a:r>
            <a:r>
              <a:rPr dirty="0" spc="-20"/>
              <a:t>Self-</a:t>
            </a:r>
            <a:r>
              <a:rPr dirty="0"/>
              <a:t>Attention(single</a:t>
            </a:r>
            <a:r>
              <a:rPr dirty="0" spc="-75"/>
              <a:t> </a:t>
            </a:r>
            <a:r>
              <a:rPr dirty="0" spc="-10"/>
              <a:t>head)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6500" y="910818"/>
            <a:ext cx="5486908" cy="17780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7415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95406" y="4946017"/>
            <a:ext cx="1235075" cy="648970"/>
            <a:chOff x="1895406" y="4946017"/>
            <a:chExt cx="1235075" cy="648970"/>
          </a:xfrm>
        </p:grpSpPr>
        <p:sp>
          <p:nvSpPr>
            <p:cNvPr id="11" name="object 11" descr=""/>
            <p:cNvSpPr/>
            <p:nvPr/>
          </p:nvSpPr>
          <p:spPr>
            <a:xfrm>
              <a:off x="1895406" y="5246717"/>
              <a:ext cx="86360" cy="348615"/>
            </a:xfrm>
            <a:custGeom>
              <a:avLst/>
              <a:gdLst/>
              <a:ahLst/>
              <a:cxnLst/>
              <a:rect l="l" t="t" r="r" b="b"/>
              <a:pathLst>
                <a:path w="86360" h="348614">
                  <a:moveTo>
                    <a:pt x="57240" y="71465"/>
                  </a:moveTo>
                  <a:lnTo>
                    <a:pt x="28665" y="71465"/>
                  </a:lnTo>
                  <a:lnTo>
                    <a:pt x="28636" y="85792"/>
                  </a:lnTo>
                  <a:lnTo>
                    <a:pt x="28513" y="119604"/>
                  </a:lnTo>
                  <a:lnTo>
                    <a:pt x="28242" y="158950"/>
                  </a:lnTo>
                  <a:lnTo>
                    <a:pt x="27890" y="174210"/>
                  </a:lnTo>
                  <a:lnTo>
                    <a:pt x="27775" y="177754"/>
                  </a:lnTo>
                  <a:lnTo>
                    <a:pt x="27410" y="216696"/>
                  </a:lnTo>
                  <a:lnTo>
                    <a:pt x="27240" y="254871"/>
                  </a:lnTo>
                  <a:lnTo>
                    <a:pt x="27084" y="348169"/>
                  </a:lnTo>
                  <a:lnTo>
                    <a:pt x="55659" y="348169"/>
                  </a:lnTo>
                  <a:lnTo>
                    <a:pt x="55731" y="284265"/>
                  </a:lnTo>
                  <a:lnTo>
                    <a:pt x="55815" y="254871"/>
                  </a:lnTo>
                  <a:lnTo>
                    <a:pt x="55986" y="216696"/>
                  </a:lnTo>
                  <a:lnTo>
                    <a:pt x="56359" y="177754"/>
                  </a:lnTo>
                  <a:lnTo>
                    <a:pt x="56540" y="174210"/>
                  </a:lnTo>
                  <a:lnTo>
                    <a:pt x="56658" y="170555"/>
                  </a:lnTo>
                  <a:lnTo>
                    <a:pt x="57088" y="119755"/>
                  </a:lnTo>
                  <a:lnTo>
                    <a:pt x="57211" y="85792"/>
                  </a:lnTo>
                  <a:lnTo>
                    <a:pt x="57240" y="71465"/>
                  </a:lnTo>
                  <a:close/>
                </a:path>
                <a:path w="86360" h="348614">
                  <a:moveTo>
                    <a:pt x="43064" y="0"/>
                  </a:moveTo>
                  <a:lnTo>
                    <a:pt x="0" y="85792"/>
                  </a:lnTo>
                  <a:lnTo>
                    <a:pt x="28636" y="85792"/>
                  </a:lnTo>
                  <a:lnTo>
                    <a:pt x="28665" y="71465"/>
                  </a:lnTo>
                  <a:lnTo>
                    <a:pt x="78657" y="71465"/>
                  </a:lnTo>
                  <a:lnTo>
                    <a:pt x="43064" y="0"/>
                  </a:lnTo>
                  <a:close/>
                </a:path>
                <a:path w="86360" h="348614">
                  <a:moveTo>
                    <a:pt x="78657" y="71465"/>
                  </a:moveTo>
                  <a:lnTo>
                    <a:pt x="57240" y="71465"/>
                  </a:lnTo>
                  <a:lnTo>
                    <a:pt x="57211" y="85792"/>
                  </a:lnTo>
                  <a:lnTo>
                    <a:pt x="85792" y="85792"/>
                  </a:lnTo>
                  <a:lnTo>
                    <a:pt x="78657" y="7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6" y="288000"/>
                  </a:lnTo>
                  <a:lnTo>
                    <a:pt x="695561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1" y="3772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49058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36016" y="4693009"/>
            <a:ext cx="2019300" cy="902969"/>
            <a:chOff x="736016" y="4693009"/>
            <a:chExt cx="2019300" cy="902969"/>
          </a:xfrm>
        </p:grpSpPr>
        <p:sp>
          <p:nvSpPr>
            <p:cNvPr id="16" name="object 16" descr=""/>
            <p:cNvSpPr/>
            <p:nvPr/>
          </p:nvSpPr>
          <p:spPr>
            <a:xfrm>
              <a:off x="1895602" y="4693018"/>
              <a:ext cx="859790" cy="902969"/>
            </a:xfrm>
            <a:custGeom>
              <a:avLst/>
              <a:gdLst/>
              <a:ahLst/>
              <a:cxnLst/>
              <a:rect l="l" t="t" r="r" b="b"/>
              <a:pathLst>
                <a:path w="859789" h="902970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709"/>
                  </a:lnTo>
                  <a:lnTo>
                    <a:pt x="57150" y="265709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859789" h="902970">
                  <a:moveTo>
                    <a:pt x="727989" y="85725"/>
                  </a:moveTo>
                  <a:lnTo>
                    <a:pt x="720839" y="71437"/>
                  </a:lnTo>
                  <a:lnTo>
                    <a:pt x="685126" y="0"/>
                  </a:lnTo>
                  <a:lnTo>
                    <a:pt x="642264" y="85725"/>
                  </a:lnTo>
                  <a:lnTo>
                    <a:pt x="670826" y="85725"/>
                  </a:lnTo>
                  <a:lnTo>
                    <a:pt x="670826" y="265709"/>
                  </a:lnTo>
                  <a:lnTo>
                    <a:pt x="699401" y="265709"/>
                  </a:lnTo>
                  <a:lnTo>
                    <a:pt x="699401" y="85725"/>
                  </a:lnTo>
                  <a:lnTo>
                    <a:pt x="727989" y="85725"/>
                  </a:lnTo>
                  <a:close/>
                </a:path>
                <a:path w="859789" h="902970">
                  <a:moveTo>
                    <a:pt x="859294" y="553707"/>
                  </a:moveTo>
                  <a:lnTo>
                    <a:pt x="777303" y="603338"/>
                  </a:lnTo>
                  <a:lnTo>
                    <a:pt x="799706" y="617474"/>
                  </a:lnTo>
                  <a:lnTo>
                    <a:pt x="795997" y="621880"/>
                  </a:lnTo>
                  <a:lnTo>
                    <a:pt x="752970" y="647687"/>
                  </a:lnTo>
                  <a:lnTo>
                    <a:pt x="697077" y="671525"/>
                  </a:lnTo>
                  <a:lnTo>
                    <a:pt x="632625" y="690994"/>
                  </a:lnTo>
                  <a:lnTo>
                    <a:pt x="562152" y="705002"/>
                  </a:lnTo>
                  <a:lnTo>
                    <a:pt x="488162" y="712508"/>
                  </a:lnTo>
                  <a:lnTo>
                    <a:pt x="410845" y="714540"/>
                  </a:lnTo>
                  <a:lnTo>
                    <a:pt x="372148" y="717524"/>
                  </a:lnTo>
                  <a:lnTo>
                    <a:pt x="334086" y="722312"/>
                  </a:lnTo>
                  <a:lnTo>
                    <a:pt x="260946" y="736854"/>
                  </a:lnTo>
                  <a:lnTo>
                    <a:pt x="193700" y="757174"/>
                  </a:lnTo>
                  <a:lnTo>
                    <a:pt x="134607" y="782383"/>
                  </a:lnTo>
                  <a:lnTo>
                    <a:pt x="85852" y="811822"/>
                  </a:lnTo>
                  <a:lnTo>
                    <a:pt x="50571" y="844130"/>
                  </a:lnTo>
                  <a:lnTo>
                    <a:pt x="30010" y="880821"/>
                  </a:lnTo>
                  <a:lnTo>
                    <a:pt x="26924" y="900823"/>
                  </a:lnTo>
                  <a:lnTo>
                    <a:pt x="55422" y="902906"/>
                  </a:lnTo>
                  <a:lnTo>
                    <a:pt x="56007" y="894740"/>
                  </a:lnTo>
                  <a:lnTo>
                    <a:pt x="56870" y="891133"/>
                  </a:lnTo>
                  <a:lnTo>
                    <a:pt x="57124" y="890054"/>
                  </a:lnTo>
                  <a:lnTo>
                    <a:pt x="57759" y="888580"/>
                  </a:lnTo>
                  <a:lnTo>
                    <a:pt x="62433" y="877531"/>
                  </a:lnTo>
                  <a:lnTo>
                    <a:pt x="62941" y="876325"/>
                  </a:lnTo>
                  <a:lnTo>
                    <a:pt x="63881" y="874966"/>
                  </a:lnTo>
                  <a:lnTo>
                    <a:pt x="71920" y="863384"/>
                  </a:lnTo>
                  <a:lnTo>
                    <a:pt x="72478" y="862558"/>
                  </a:lnTo>
                  <a:lnTo>
                    <a:pt x="72224" y="862787"/>
                  </a:lnTo>
                  <a:lnTo>
                    <a:pt x="72364" y="862558"/>
                  </a:lnTo>
                  <a:lnTo>
                    <a:pt x="73139" y="861618"/>
                  </a:lnTo>
                  <a:lnTo>
                    <a:pt x="72478" y="862558"/>
                  </a:lnTo>
                  <a:lnTo>
                    <a:pt x="73380" y="861618"/>
                  </a:lnTo>
                  <a:lnTo>
                    <a:pt x="103847" y="834021"/>
                  </a:lnTo>
                  <a:lnTo>
                    <a:pt x="148361" y="807440"/>
                  </a:lnTo>
                  <a:lnTo>
                    <a:pt x="204114" y="783780"/>
                  </a:lnTo>
                  <a:lnTo>
                    <a:pt x="268516" y="764400"/>
                  </a:lnTo>
                  <a:lnTo>
                    <a:pt x="338975" y="750468"/>
                  </a:lnTo>
                  <a:lnTo>
                    <a:pt x="413029" y="743026"/>
                  </a:lnTo>
                  <a:lnTo>
                    <a:pt x="488899" y="741070"/>
                  </a:lnTo>
                  <a:lnTo>
                    <a:pt x="527621" y="738124"/>
                  </a:lnTo>
                  <a:lnTo>
                    <a:pt x="565708" y="733348"/>
                  </a:lnTo>
                  <a:lnTo>
                    <a:pt x="638848" y="718883"/>
                  </a:lnTo>
                  <a:lnTo>
                    <a:pt x="705764" y="698754"/>
                  </a:lnTo>
                  <a:lnTo>
                    <a:pt x="764971" y="673620"/>
                  </a:lnTo>
                  <a:lnTo>
                    <a:pt x="814628" y="643813"/>
                  </a:lnTo>
                  <a:lnTo>
                    <a:pt x="824090" y="632866"/>
                  </a:lnTo>
                  <a:lnTo>
                    <a:pt x="849807" y="649084"/>
                  </a:lnTo>
                  <a:lnTo>
                    <a:pt x="854202" y="604939"/>
                  </a:lnTo>
                  <a:lnTo>
                    <a:pt x="859294" y="553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1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20" y="273941"/>
                  </a:lnTo>
                  <a:lnTo>
                    <a:pt x="721107" y="258683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46837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111148" y="4703902"/>
            <a:ext cx="840105" cy="892175"/>
          </a:xfrm>
          <a:custGeom>
            <a:avLst/>
            <a:gdLst/>
            <a:ahLst/>
            <a:cxnLst/>
            <a:rect l="l" t="t" r="r" b="b"/>
            <a:pathLst>
              <a:path w="840105" h="892175">
                <a:moveTo>
                  <a:pt x="282346" y="85725"/>
                </a:moveTo>
                <a:lnTo>
                  <a:pt x="275209" y="71437"/>
                </a:lnTo>
                <a:lnTo>
                  <a:pt x="239483" y="0"/>
                </a:lnTo>
                <a:lnTo>
                  <a:pt x="196621" y="85725"/>
                </a:lnTo>
                <a:lnTo>
                  <a:pt x="225196" y="85725"/>
                </a:lnTo>
                <a:lnTo>
                  <a:pt x="225196" y="265709"/>
                </a:lnTo>
                <a:lnTo>
                  <a:pt x="253771" y="265709"/>
                </a:lnTo>
                <a:lnTo>
                  <a:pt x="253771" y="85725"/>
                </a:lnTo>
                <a:lnTo>
                  <a:pt x="282346" y="85725"/>
                </a:lnTo>
                <a:close/>
              </a:path>
              <a:path w="840105" h="892175">
                <a:moveTo>
                  <a:pt x="829106" y="851992"/>
                </a:moveTo>
                <a:lnTo>
                  <a:pt x="828624" y="851128"/>
                </a:lnTo>
                <a:lnTo>
                  <a:pt x="828382" y="850785"/>
                </a:lnTo>
                <a:lnTo>
                  <a:pt x="816483" y="833780"/>
                </a:lnTo>
                <a:lnTo>
                  <a:pt x="780402" y="800900"/>
                </a:lnTo>
                <a:lnTo>
                  <a:pt x="731215" y="771474"/>
                </a:lnTo>
                <a:lnTo>
                  <a:pt x="671601" y="746264"/>
                </a:lnTo>
                <a:lnTo>
                  <a:pt x="603770" y="725957"/>
                </a:lnTo>
                <a:lnTo>
                  <a:pt x="529983" y="711428"/>
                </a:lnTo>
                <a:lnTo>
                  <a:pt x="491578" y="706628"/>
                </a:lnTo>
                <a:lnTo>
                  <a:pt x="452551" y="703656"/>
                </a:lnTo>
                <a:lnTo>
                  <a:pt x="374535" y="701624"/>
                </a:lnTo>
                <a:lnTo>
                  <a:pt x="336892" y="698741"/>
                </a:lnTo>
                <a:lnTo>
                  <a:pt x="263664" y="687857"/>
                </a:lnTo>
                <a:lnTo>
                  <a:pt x="195249" y="670979"/>
                </a:lnTo>
                <a:lnTo>
                  <a:pt x="134175" y="649173"/>
                </a:lnTo>
                <a:lnTo>
                  <a:pt x="83019" y="623595"/>
                </a:lnTo>
                <a:lnTo>
                  <a:pt x="66116" y="612508"/>
                </a:lnTo>
                <a:lnTo>
                  <a:pt x="63728" y="610946"/>
                </a:lnTo>
                <a:lnTo>
                  <a:pt x="64947" y="612368"/>
                </a:lnTo>
                <a:lnTo>
                  <a:pt x="65062" y="612508"/>
                </a:lnTo>
                <a:lnTo>
                  <a:pt x="61988" y="609803"/>
                </a:lnTo>
                <a:lnTo>
                  <a:pt x="64909" y="612368"/>
                </a:lnTo>
                <a:lnTo>
                  <a:pt x="63728" y="610946"/>
                </a:lnTo>
                <a:lnTo>
                  <a:pt x="62763" y="609803"/>
                </a:lnTo>
                <a:lnTo>
                  <a:pt x="59842" y="606361"/>
                </a:lnTo>
                <a:lnTo>
                  <a:pt x="79527" y="593852"/>
                </a:lnTo>
                <a:lnTo>
                  <a:pt x="82156" y="592188"/>
                </a:lnTo>
                <a:lnTo>
                  <a:pt x="0" y="542823"/>
                </a:lnTo>
                <a:lnTo>
                  <a:pt x="9791" y="638162"/>
                </a:lnTo>
                <a:lnTo>
                  <a:pt x="35483" y="621842"/>
                </a:lnTo>
                <a:lnTo>
                  <a:pt x="44183" y="632066"/>
                </a:lnTo>
                <a:lnTo>
                  <a:pt x="95288" y="662762"/>
                </a:lnTo>
                <a:lnTo>
                  <a:pt x="154978" y="687857"/>
                </a:lnTo>
                <a:lnTo>
                  <a:pt x="222516" y="707999"/>
                </a:lnTo>
                <a:lnTo>
                  <a:pt x="296303" y="722477"/>
                </a:lnTo>
                <a:lnTo>
                  <a:pt x="334733" y="727240"/>
                </a:lnTo>
                <a:lnTo>
                  <a:pt x="373799" y="730186"/>
                </a:lnTo>
                <a:lnTo>
                  <a:pt x="450380" y="732142"/>
                </a:lnTo>
                <a:lnTo>
                  <a:pt x="488048" y="734987"/>
                </a:lnTo>
                <a:lnTo>
                  <a:pt x="561301" y="745807"/>
                </a:lnTo>
                <a:lnTo>
                  <a:pt x="629691" y="762609"/>
                </a:lnTo>
                <a:lnTo>
                  <a:pt x="690664" y="784288"/>
                </a:lnTo>
                <a:lnTo>
                  <a:pt x="741616" y="809612"/>
                </a:lnTo>
                <a:lnTo>
                  <a:pt x="779894" y="837006"/>
                </a:lnTo>
                <a:lnTo>
                  <a:pt x="794169" y="851725"/>
                </a:lnTo>
                <a:lnTo>
                  <a:pt x="793508" y="850785"/>
                </a:lnTo>
                <a:lnTo>
                  <a:pt x="794499" y="851992"/>
                </a:lnTo>
                <a:lnTo>
                  <a:pt x="829106" y="851992"/>
                </a:lnTo>
                <a:close/>
              </a:path>
              <a:path w="840105" h="892175">
                <a:moveTo>
                  <a:pt x="839876" y="889939"/>
                </a:moveTo>
                <a:lnTo>
                  <a:pt x="839279" y="881773"/>
                </a:lnTo>
                <a:lnTo>
                  <a:pt x="838974" y="880287"/>
                </a:lnTo>
                <a:lnTo>
                  <a:pt x="838441" y="877722"/>
                </a:lnTo>
                <a:lnTo>
                  <a:pt x="837031" y="870762"/>
                </a:lnTo>
                <a:lnTo>
                  <a:pt x="836752" y="869899"/>
                </a:lnTo>
                <a:lnTo>
                  <a:pt x="835380" y="866698"/>
                </a:lnTo>
                <a:lnTo>
                  <a:pt x="834288" y="864120"/>
                </a:lnTo>
                <a:lnTo>
                  <a:pt x="829335" y="852538"/>
                </a:lnTo>
                <a:lnTo>
                  <a:pt x="794956" y="852538"/>
                </a:lnTo>
                <a:lnTo>
                  <a:pt x="794740" y="852538"/>
                </a:lnTo>
                <a:lnTo>
                  <a:pt x="803795" y="865492"/>
                </a:lnTo>
                <a:lnTo>
                  <a:pt x="809650" y="879221"/>
                </a:lnTo>
                <a:lnTo>
                  <a:pt x="809294" y="877722"/>
                </a:lnTo>
                <a:lnTo>
                  <a:pt x="810120" y="880287"/>
                </a:lnTo>
                <a:lnTo>
                  <a:pt x="809650" y="879221"/>
                </a:lnTo>
                <a:lnTo>
                  <a:pt x="810780" y="883869"/>
                </a:lnTo>
                <a:lnTo>
                  <a:pt x="811377" y="892022"/>
                </a:lnTo>
                <a:lnTo>
                  <a:pt x="839876" y="889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32168" y="5641340"/>
            <a:ext cx="1607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 spc="-6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baseline="12345" sz="2700" spc="-52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2314" sz="180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r>
              <a:rPr dirty="0" baseline="12345" sz="2700" spc="5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Gulim"/>
                <a:cs typeface="Gulim"/>
              </a:rPr>
              <a:t>Input</a:t>
            </a:r>
            <a:endParaRPr sz="1800">
              <a:latin typeface="Gulim"/>
              <a:cs typeface="Guli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9398" y="4315967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0820" y="3836923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0820" y="3324859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75541" y="2126996"/>
            <a:ext cx="441959" cy="839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634067" y="4267200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698263" y="3178555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32074" y="913891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052574" y="2751429"/>
            <a:ext cx="5803900" cy="2963545"/>
            <a:chOff x="3052574" y="2751429"/>
            <a:chExt cx="5803900" cy="2963545"/>
          </a:xfrm>
        </p:grpSpPr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0455" y="2751429"/>
              <a:ext cx="5685536" cy="58521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4238" y="3812934"/>
              <a:ext cx="1235760" cy="7058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4180" y="3875185"/>
              <a:ext cx="796997" cy="574948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52574" y="4897804"/>
              <a:ext cx="2199295" cy="816986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4681783" y="3501644"/>
            <a:ext cx="4312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F81BD"/>
                </a:solidFill>
                <a:latin typeface="Trebuchet MS"/>
                <a:cs typeface="Trebuchet MS"/>
              </a:rPr>
              <a:t>Attention</a:t>
            </a:r>
            <a:r>
              <a:rPr dirty="0" sz="1800" spc="-65" b="1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F81BD"/>
                </a:solidFill>
                <a:latin typeface="Trebuchet MS"/>
                <a:cs typeface="Trebuchet MS"/>
              </a:rPr>
              <a:t>mechanism</a:t>
            </a:r>
            <a:r>
              <a:rPr dirty="0" sz="1800" spc="215" b="1">
                <a:solidFill>
                  <a:srgbClr val="4F81BD"/>
                </a:solidFill>
                <a:latin typeface="Trebuchet MS"/>
                <a:cs typeface="Trebuchet MS"/>
              </a:rPr>
              <a:t> </a:t>
            </a:r>
            <a:r>
              <a:rPr dirty="0" baseline="-20833" sz="2400">
                <a:latin typeface="Trebuchet MS"/>
                <a:cs typeface="Trebuchet MS"/>
              </a:rPr>
              <a:t>Convex</a:t>
            </a:r>
            <a:r>
              <a:rPr dirty="0" baseline="-20833" sz="2400" spc="-60">
                <a:latin typeface="Trebuchet MS"/>
                <a:cs typeface="Trebuchet MS"/>
              </a:rPr>
              <a:t> </a:t>
            </a:r>
            <a:r>
              <a:rPr dirty="0" baseline="-20833" sz="2400" spc="-15">
                <a:latin typeface="Trebuchet MS"/>
                <a:cs typeface="Trebuchet MS"/>
              </a:rPr>
              <a:t>combination</a:t>
            </a:r>
            <a:endParaRPr baseline="-20833" sz="24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264013" y="4574540"/>
            <a:ext cx="550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626703" y="4562347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335488" y="4930461"/>
            <a:ext cx="3732529" cy="1537970"/>
            <a:chOff x="5335488" y="4930461"/>
            <a:chExt cx="3732529" cy="1537970"/>
          </a:xfrm>
        </p:grpSpPr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5488" y="4930461"/>
              <a:ext cx="1416352" cy="816986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7230" y="5418237"/>
              <a:ext cx="2850569" cy="1049601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8117685" y="5083555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923417" y="4311761"/>
            <a:ext cx="264160" cy="0"/>
          </a:xfrm>
          <a:custGeom>
            <a:avLst/>
            <a:gdLst/>
            <a:ahLst/>
            <a:cxnLst/>
            <a:rect l="l" t="t" r="r" b="b"/>
            <a:pathLst>
              <a:path w="264159" h="0">
                <a:moveTo>
                  <a:pt x="0" y="0"/>
                </a:moveTo>
                <a:lnTo>
                  <a:pt x="264160" y="1"/>
                </a:lnTo>
              </a:path>
            </a:pathLst>
          </a:custGeom>
          <a:ln w="31750">
            <a:solidFill>
              <a:srgbClr val="4F81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6997551" y="4312411"/>
            <a:ext cx="4133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376092"/>
                </a:solidFill>
                <a:latin typeface="Trebuchet MS"/>
                <a:cs typeface="Trebuchet MS"/>
              </a:rPr>
              <a:t>Value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3746893" y="4864666"/>
            <a:ext cx="1450975" cy="890269"/>
            <a:chOff x="3746893" y="4864666"/>
            <a:chExt cx="1450975" cy="890269"/>
          </a:xfrm>
        </p:grpSpPr>
        <p:sp>
          <p:nvSpPr>
            <p:cNvPr id="44" name="object 44" descr=""/>
            <p:cNvSpPr/>
            <p:nvPr/>
          </p:nvSpPr>
          <p:spPr>
            <a:xfrm>
              <a:off x="3759593" y="4877366"/>
              <a:ext cx="1425575" cy="210820"/>
            </a:xfrm>
            <a:custGeom>
              <a:avLst/>
              <a:gdLst/>
              <a:ahLst/>
              <a:cxnLst/>
              <a:rect l="l" t="t" r="r" b="b"/>
              <a:pathLst>
                <a:path w="1425575" h="210820">
                  <a:moveTo>
                    <a:pt x="0" y="35102"/>
                  </a:moveTo>
                  <a:lnTo>
                    <a:pt x="2758" y="21439"/>
                  </a:lnTo>
                  <a:lnTo>
                    <a:pt x="10281" y="10281"/>
                  </a:lnTo>
                  <a:lnTo>
                    <a:pt x="21439" y="2758"/>
                  </a:lnTo>
                  <a:lnTo>
                    <a:pt x="35102" y="0"/>
                  </a:lnTo>
                  <a:lnTo>
                    <a:pt x="1389884" y="0"/>
                  </a:lnTo>
                  <a:lnTo>
                    <a:pt x="1403547" y="2758"/>
                  </a:lnTo>
                  <a:lnTo>
                    <a:pt x="1414705" y="10281"/>
                  </a:lnTo>
                  <a:lnTo>
                    <a:pt x="1422228" y="21439"/>
                  </a:lnTo>
                  <a:lnTo>
                    <a:pt x="1424987" y="35102"/>
                  </a:lnTo>
                  <a:lnTo>
                    <a:pt x="1424987" y="175510"/>
                  </a:lnTo>
                  <a:lnTo>
                    <a:pt x="1422228" y="189173"/>
                  </a:lnTo>
                  <a:lnTo>
                    <a:pt x="1414705" y="200331"/>
                  </a:lnTo>
                  <a:lnTo>
                    <a:pt x="1403547" y="207854"/>
                  </a:lnTo>
                  <a:lnTo>
                    <a:pt x="1389884" y="210613"/>
                  </a:lnTo>
                  <a:lnTo>
                    <a:pt x="35102" y="210613"/>
                  </a:lnTo>
                  <a:lnTo>
                    <a:pt x="21439" y="207854"/>
                  </a:lnTo>
                  <a:lnTo>
                    <a:pt x="10281" y="200331"/>
                  </a:lnTo>
                  <a:lnTo>
                    <a:pt x="2758" y="189173"/>
                  </a:lnTo>
                  <a:lnTo>
                    <a:pt x="0" y="175510"/>
                  </a:lnTo>
                  <a:lnTo>
                    <a:pt x="0" y="35102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759593" y="5098496"/>
              <a:ext cx="1425575" cy="193675"/>
            </a:xfrm>
            <a:custGeom>
              <a:avLst/>
              <a:gdLst/>
              <a:ahLst/>
              <a:cxnLst/>
              <a:rect l="l" t="t" r="r" b="b"/>
              <a:pathLst>
                <a:path w="1425575" h="193675">
                  <a:moveTo>
                    <a:pt x="0" y="32194"/>
                  </a:moveTo>
                  <a:lnTo>
                    <a:pt x="2530" y="19663"/>
                  </a:lnTo>
                  <a:lnTo>
                    <a:pt x="9429" y="9429"/>
                  </a:lnTo>
                  <a:lnTo>
                    <a:pt x="19663" y="2530"/>
                  </a:lnTo>
                  <a:lnTo>
                    <a:pt x="32194" y="0"/>
                  </a:lnTo>
                  <a:lnTo>
                    <a:pt x="1392792" y="0"/>
                  </a:lnTo>
                  <a:lnTo>
                    <a:pt x="1405323" y="2530"/>
                  </a:lnTo>
                  <a:lnTo>
                    <a:pt x="1415557" y="9429"/>
                  </a:lnTo>
                  <a:lnTo>
                    <a:pt x="1422457" y="19663"/>
                  </a:lnTo>
                  <a:lnTo>
                    <a:pt x="1424987" y="32194"/>
                  </a:lnTo>
                  <a:lnTo>
                    <a:pt x="1424987" y="160970"/>
                  </a:lnTo>
                  <a:lnTo>
                    <a:pt x="1422457" y="173501"/>
                  </a:lnTo>
                  <a:lnTo>
                    <a:pt x="1415557" y="183735"/>
                  </a:lnTo>
                  <a:lnTo>
                    <a:pt x="1405323" y="190634"/>
                  </a:lnTo>
                  <a:lnTo>
                    <a:pt x="1392792" y="193165"/>
                  </a:lnTo>
                  <a:lnTo>
                    <a:pt x="32194" y="193165"/>
                  </a:lnTo>
                  <a:lnTo>
                    <a:pt x="19663" y="190634"/>
                  </a:lnTo>
                  <a:lnTo>
                    <a:pt x="9429" y="183735"/>
                  </a:lnTo>
                  <a:lnTo>
                    <a:pt x="2530" y="173501"/>
                  </a:lnTo>
                  <a:lnTo>
                    <a:pt x="0" y="160970"/>
                  </a:lnTo>
                  <a:lnTo>
                    <a:pt x="0" y="3219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59593" y="5548606"/>
              <a:ext cx="1425575" cy="193675"/>
            </a:xfrm>
            <a:custGeom>
              <a:avLst/>
              <a:gdLst/>
              <a:ahLst/>
              <a:cxnLst/>
              <a:rect l="l" t="t" r="r" b="b"/>
              <a:pathLst>
                <a:path w="1425575" h="193675">
                  <a:moveTo>
                    <a:pt x="0" y="32194"/>
                  </a:moveTo>
                  <a:lnTo>
                    <a:pt x="2530" y="19663"/>
                  </a:lnTo>
                  <a:lnTo>
                    <a:pt x="9429" y="9429"/>
                  </a:lnTo>
                  <a:lnTo>
                    <a:pt x="19663" y="2530"/>
                  </a:lnTo>
                  <a:lnTo>
                    <a:pt x="32194" y="0"/>
                  </a:lnTo>
                  <a:lnTo>
                    <a:pt x="1392792" y="0"/>
                  </a:lnTo>
                  <a:lnTo>
                    <a:pt x="1405323" y="2530"/>
                  </a:lnTo>
                  <a:lnTo>
                    <a:pt x="1415557" y="9429"/>
                  </a:lnTo>
                  <a:lnTo>
                    <a:pt x="1422457" y="19663"/>
                  </a:lnTo>
                  <a:lnTo>
                    <a:pt x="1424987" y="32194"/>
                  </a:lnTo>
                  <a:lnTo>
                    <a:pt x="1424987" y="160970"/>
                  </a:lnTo>
                  <a:lnTo>
                    <a:pt x="1422457" y="173501"/>
                  </a:lnTo>
                  <a:lnTo>
                    <a:pt x="1415557" y="183735"/>
                  </a:lnTo>
                  <a:lnTo>
                    <a:pt x="1405323" y="190634"/>
                  </a:lnTo>
                  <a:lnTo>
                    <a:pt x="1392792" y="193165"/>
                  </a:lnTo>
                  <a:lnTo>
                    <a:pt x="32194" y="193165"/>
                  </a:lnTo>
                  <a:lnTo>
                    <a:pt x="19663" y="190634"/>
                  </a:lnTo>
                  <a:lnTo>
                    <a:pt x="9429" y="183735"/>
                  </a:lnTo>
                  <a:lnTo>
                    <a:pt x="2530" y="173501"/>
                  </a:lnTo>
                  <a:lnTo>
                    <a:pt x="0" y="160970"/>
                  </a:lnTo>
                  <a:lnTo>
                    <a:pt x="0" y="3219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2254520" y="4442967"/>
            <a:ext cx="2489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8" name="object 48" descr=""/>
          <p:cNvSpPr txBox="1"/>
          <p:nvPr/>
        </p:nvSpPr>
        <p:spPr>
          <a:xfrm>
            <a:off x="1995758" y="4364735"/>
            <a:ext cx="5549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sz="1100" b="1" i="1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Scaled</a:t>
            </a:r>
            <a:r>
              <a:rPr dirty="0" spc="-75"/>
              <a:t> </a:t>
            </a:r>
            <a:r>
              <a:rPr dirty="0" spc="-10"/>
              <a:t>Dot-</a:t>
            </a:r>
            <a:r>
              <a:rPr dirty="0"/>
              <a:t>Product</a:t>
            </a:r>
            <a:r>
              <a:rPr dirty="0" spc="-75"/>
              <a:t> </a:t>
            </a:r>
            <a:r>
              <a:rPr dirty="0" spc="-20"/>
              <a:t>Self-</a:t>
            </a:r>
            <a:r>
              <a:rPr dirty="0"/>
              <a:t>Attention(single</a:t>
            </a:r>
            <a:r>
              <a:rPr dirty="0" spc="-75"/>
              <a:t> </a:t>
            </a:r>
            <a:r>
              <a:rPr dirty="0" spc="-10"/>
              <a:t>head)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31317" y="1314743"/>
            <a:ext cx="1727200" cy="3945254"/>
            <a:chOff x="1031317" y="1314743"/>
            <a:chExt cx="1727200" cy="394525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17" y="1314743"/>
              <a:ext cx="1727053" cy="336917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67415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895406" y="4946017"/>
            <a:ext cx="1235075" cy="648970"/>
            <a:chOff x="1895406" y="4946017"/>
            <a:chExt cx="1235075" cy="648970"/>
          </a:xfrm>
        </p:grpSpPr>
        <p:sp>
          <p:nvSpPr>
            <p:cNvPr id="9" name="object 9" descr=""/>
            <p:cNvSpPr/>
            <p:nvPr/>
          </p:nvSpPr>
          <p:spPr>
            <a:xfrm>
              <a:off x="1895406" y="5246717"/>
              <a:ext cx="86360" cy="348615"/>
            </a:xfrm>
            <a:custGeom>
              <a:avLst/>
              <a:gdLst/>
              <a:ahLst/>
              <a:cxnLst/>
              <a:rect l="l" t="t" r="r" b="b"/>
              <a:pathLst>
                <a:path w="86360" h="348614">
                  <a:moveTo>
                    <a:pt x="57240" y="71465"/>
                  </a:moveTo>
                  <a:lnTo>
                    <a:pt x="28665" y="71465"/>
                  </a:lnTo>
                  <a:lnTo>
                    <a:pt x="28636" y="85792"/>
                  </a:lnTo>
                  <a:lnTo>
                    <a:pt x="28513" y="119604"/>
                  </a:lnTo>
                  <a:lnTo>
                    <a:pt x="28242" y="158950"/>
                  </a:lnTo>
                  <a:lnTo>
                    <a:pt x="27890" y="174210"/>
                  </a:lnTo>
                  <a:lnTo>
                    <a:pt x="27775" y="177754"/>
                  </a:lnTo>
                  <a:lnTo>
                    <a:pt x="27410" y="216696"/>
                  </a:lnTo>
                  <a:lnTo>
                    <a:pt x="27240" y="254871"/>
                  </a:lnTo>
                  <a:lnTo>
                    <a:pt x="27084" y="348169"/>
                  </a:lnTo>
                  <a:lnTo>
                    <a:pt x="55659" y="348169"/>
                  </a:lnTo>
                  <a:lnTo>
                    <a:pt x="55731" y="284265"/>
                  </a:lnTo>
                  <a:lnTo>
                    <a:pt x="55815" y="254871"/>
                  </a:lnTo>
                  <a:lnTo>
                    <a:pt x="55986" y="216696"/>
                  </a:lnTo>
                  <a:lnTo>
                    <a:pt x="56359" y="177754"/>
                  </a:lnTo>
                  <a:lnTo>
                    <a:pt x="56540" y="174210"/>
                  </a:lnTo>
                  <a:lnTo>
                    <a:pt x="56658" y="170555"/>
                  </a:lnTo>
                  <a:lnTo>
                    <a:pt x="57088" y="119755"/>
                  </a:lnTo>
                  <a:lnTo>
                    <a:pt x="57211" y="85792"/>
                  </a:lnTo>
                  <a:lnTo>
                    <a:pt x="57240" y="71465"/>
                  </a:lnTo>
                  <a:close/>
                </a:path>
                <a:path w="86360" h="348614">
                  <a:moveTo>
                    <a:pt x="43064" y="0"/>
                  </a:moveTo>
                  <a:lnTo>
                    <a:pt x="0" y="85792"/>
                  </a:lnTo>
                  <a:lnTo>
                    <a:pt x="28636" y="85792"/>
                  </a:lnTo>
                  <a:lnTo>
                    <a:pt x="28665" y="71465"/>
                  </a:lnTo>
                  <a:lnTo>
                    <a:pt x="78657" y="71465"/>
                  </a:lnTo>
                  <a:lnTo>
                    <a:pt x="43064" y="0"/>
                  </a:lnTo>
                  <a:close/>
                </a:path>
                <a:path w="86360" h="348614">
                  <a:moveTo>
                    <a:pt x="78657" y="71465"/>
                  </a:moveTo>
                  <a:lnTo>
                    <a:pt x="57240" y="71465"/>
                  </a:lnTo>
                  <a:lnTo>
                    <a:pt x="57211" y="85792"/>
                  </a:lnTo>
                  <a:lnTo>
                    <a:pt x="85792" y="85792"/>
                  </a:lnTo>
                  <a:lnTo>
                    <a:pt x="78657" y="7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6" y="288000"/>
                  </a:lnTo>
                  <a:lnTo>
                    <a:pt x="695561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1" y="3772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49058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36016" y="4693009"/>
            <a:ext cx="2019300" cy="902969"/>
            <a:chOff x="736016" y="4693009"/>
            <a:chExt cx="2019300" cy="902969"/>
          </a:xfrm>
        </p:grpSpPr>
        <p:sp>
          <p:nvSpPr>
            <p:cNvPr id="14" name="object 14" descr=""/>
            <p:cNvSpPr/>
            <p:nvPr/>
          </p:nvSpPr>
          <p:spPr>
            <a:xfrm>
              <a:off x="1895602" y="4693018"/>
              <a:ext cx="859790" cy="902969"/>
            </a:xfrm>
            <a:custGeom>
              <a:avLst/>
              <a:gdLst/>
              <a:ahLst/>
              <a:cxnLst/>
              <a:rect l="l" t="t" r="r" b="b"/>
              <a:pathLst>
                <a:path w="859789" h="902970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709"/>
                  </a:lnTo>
                  <a:lnTo>
                    <a:pt x="57150" y="265709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859789" h="902970">
                  <a:moveTo>
                    <a:pt x="727989" y="85725"/>
                  </a:moveTo>
                  <a:lnTo>
                    <a:pt x="720839" y="71437"/>
                  </a:lnTo>
                  <a:lnTo>
                    <a:pt x="685126" y="0"/>
                  </a:lnTo>
                  <a:lnTo>
                    <a:pt x="642264" y="85725"/>
                  </a:lnTo>
                  <a:lnTo>
                    <a:pt x="670826" y="85725"/>
                  </a:lnTo>
                  <a:lnTo>
                    <a:pt x="670826" y="265709"/>
                  </a:lnTo>
                  <a:lnTo>
                    <a:pt x="699401" y="265709"/>
                  </a:lnTo>
                  <a:lnTo>
                    <a:pt x="699401" y="85725"/>
                  </a:lnTo>
                  <a:lnTo>
                    <a:pt x="727989" y="85725"/>
                  </a:lnTo>
                  <a:close/>
                </a:path>
                <a:path w="859789" h="902970">
                  <a:moveTo>
                    <a:pt x="859294" y="553707"/>
                  </a:moveTo>
                  <a:lnTo>
                    <a:pt x="777303" y="603338"/>
                  </a:lnTo>
                  <a:lnTo>
                    <a:pt x="799706" y="617474"/>
                  </a:lnTo>
                  <a:lnTo>
                    <a:pt x="795997" y="621880"/>
                  </a:lnTo>
                  <a:lnTo>
                    <a:pt x="752970" y="647687"/>
                  </a:lnTo>
                  <a:lnTo>
                    <a:pt x="697077" y="671525"/>
                  </a:lnTo>
                  <a:lnTo>
                    <a:pt x="632625" y="690994"/>
                  </a:lnTo>
                  <a:lnTo>
                    <a:pt x="562152" y="705002"/>
                  </a:lnTo>
                  <a:lnTo>
                    <a:pt x="488162" y="712508"/>
                  </a:lnTo>
                  <a:lnTo>
                    <a:pt x="410845" y="714540"/>
                  </a:lnTo>
                  <a:lnTo>
                    <a:pt x="372148" y="717524"/>
                  </a:lnTo>
                  <a:lnTo>
                    <a:pt x="334086" y="722312"/>
                  </a:lnTo>
                  <a:lnTo>
                    <a:pt x="260946" y="736854"/>
                  </a:lnTo>
                  <a:lnTo>
                    <a:pt x="193700" y="757174"/>
                  </a:lnTo>
                  <a:lnTo>
                    <a:pt x="134607" y="782383"/>
                  </a:lnTo>
                  <a:lnTo>
                    <a:pt x="85852" y="811822"/>
                  </a:lnTo>
                  <a:lnTo>
                    <a:pt x="50571" y="844130"/>
                  </a:lnTo>
                  <a:lnTo>
                    <a:pt x="30010" y="880821"/>
                  </a:lnTo>
                  <a:lnTo>
                    <a:pt x="26924" y="900823"/>
                  </a:lnTo>
                  <a:lnTo>
                    <a:pt x="55422" y="902906"/>
                  </a:lnTo>
                  <a:lnTo>
                    <a:pt x="56007" y="894740"/>
                  </a:lnTo>
                  <a:lnTo>
                    <a:pt x="56870" y="891133"/>
                  </a:lnTo>
                  <a:lnTo>
                    <a:pt x="57124" y="890054"/>
                  </a:lnTo>
                  <a:lnTo>
                    <a:pt x="57759" y="888580"/>
                  </a:lnTo>
                  <a:lnTo>
                    <a:pt x="62433" y="877531"/>
                  </a:lnTo>
                  <a:lnTo>
                    <a:pt x="62941" y="876325"/>
                  </a:lnTo>
                  <a:lnTo>
                    <a:pt x="63881" y="874966"/>
                  </a:lnTo>
                  <a:lnTo>
                    <a:pt x="71920" y="863384"/>
                  </a:lnTo>
                  <a:lnTo>
                    <a:pt x="72478" y="862558"/>
                  </a:lnTo>
                  <a:lnTo>
                    <a:pt x="72224" y="862787"/>
                  </a:lnTo>
                  <a:lnTo>
                    <a:pt x="72364" y="862558"/>
                  </a:lnTo>
                  <a:lnTo>
                    <a:pt x="73139" y="861618"/>
                  </a:lnTo>
                  <a:lnTo>
                    <a:pt x="72478" y="862558"/>
                  </a:lnTo>
                  <a:lnTo>
                    <a:pt x="73380" y="861618"/>
                  </a:lnTo>
                  <a:lnTo>
                    <a:pt x="103847" y="834021"/>
                  </a:lnTo>
                  <a:lnTo>
                    <a:pt x="148361" y="807440"/>
                  </a:lnTo>
                  <a:lnTo>
                    <a:pt x="204114" y="783780"/>
                  </a:lnTo>
                  <a:lnTo>
                    <a:pt x="268516" y="764400"/>
                  </a:lnTo>
                  <a:lnTo>
                    <a:pt x="338975" y="750468"/>
                  </a:lnTo>
                  <a:lnTo>
                    <a:pt x="413029" y="743026"/>
                  </a:lnTo>
                  <a:lnTo>
                    <a:pt x="488899" y="741070"/>
                  </a:lnTo>
                  <a:lnTo>
                    <a:pt x="527621" y="738124"/>
                  </a:lnTo>
                  <a:lnTo>
                    <a:pt x="565708" y="733348"/>
                  </a:lnTo>
                  <a:lnTo>
                    <a:pt x="638848" y="718883"/>
                  </a:lnTo>
                  <a:lnTo>
                    <a:pt x="705764" y="698754"/>
                  </a:lnTo>
                  <a:lnTo>
                    <a:pt x="764971" y="673620"/>
                  </a:lnTo>
                  <a:lnTo>
                    <a:pt x="814628" y="643813"/>
                  </a:lnTo>
                  <a:lnTo>
                    <a:pt x="824090" y="632866"/>
                  </a:lnTo>
                  <a:lnTo>
                    <a:pt x="849807" y="649084"/>
                  </a:lnTo>
                  <a:lnTo>
                    <a:pt x="854202" y="604939"/>
                  </a:lnTo>
                  <a:lnTo>
                    <a:pt x="859294" y="553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1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20" y="273941"/>
                  </a:lnTo>
                  <a:lnTo>
                    <a:pt x="721107" y="258683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46837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111158" y="910818"/>
            <a:ext cx="7938770" cy="5403215"/>
            <a:chOff x="1111158" y="910818"/>
            <a:chExt cx="7938770" cy="5403215"/>
          </a:xfrm>
        </p:grpSpPr>
        <p:sp>
          <p:nvSpPr>
            <p:cNvPr id="19" name="object 19" descr=""/>
            <p:cNvSpPr/>
            <p:nvPr/>
          </p:nvSpPr>
          <p:spPr>
            <a:xfrm>
              <a:off x="1111148" y="4703902"/>
              <a:ext cx="840105" cy="892175"/>
            </a:xfrm>
            <a:custGeom>
              <a:avLst/>
              <a:gdLst/>
              <a:ahLst/>
              <a:cxnLst/>
              <a:rect l="l" t="t" r="r" b="b"/>
              <a:pathLst>
                <a:path w="840105" h="892175">
                  <a:moveTo>
                    <a:pt x="282346" y="85725"/>
                  </a:moveTo>
                  <a:lnTo>
                    <a:pt x="275209" y="71437"/>
                  </a:lnTo>
                  <a:lnTo>
                    <a:pt x="239483" y="0"/>
                  </a:lnTo>
                  <a:lnTo>
                    <a:pt x="196621" y="85725"/>
                  </a:lnTo>
                  <a:lnTo>
                    <a:pt x="225196" y="85725"/>
                  </a:lnTo>
                  <a:lnTo>
                    <a:pt x="225196" y="265709"/>
                  </a:lnTo>
                  <a:lnTo>
                    <a:pt x="253771" y="265709"/>
                  </a:lnTo>
                  <a:lnTo>
                    <a:pt x="253771" y="85725"/>
                  </a:lnTo>
                  <a:lnTo>
                    <a:pt x="282346" y="85725"/>
                  </a:lnTo>
                  <a:close/>
                </a:path>
                <a:path w="840105" h="892175">
                  <a:moveTo>
                    <a:pt x="829106" y="851992"/>
                  </a:moveTo>
                  <a:lnTo>
                    <a:pt x="828624" y="851128"/>
                  </a:lnTo>
                  <a:lnTo>
                    <a:pt x="828382" y="850785"/>
                  </a:lnTo>
                  <a:lnTo>
                    <a:pt x="816483" y="833780"/>
                  </a:lnTo>
                  <a:lnTo>
                    <a:pt x="780402" y="800900"/>
                  </a:lnTo>
                  <a:lnTo>
                    <a:pt x="731215" y="771474"/>
                  </a:lnTo>
                  <a:lnTo>
                    <a:pt x="671601" y="746264"/>
                  </a:lnTo>
                  <a:lnTo>
                    <a:pt x="603770" y="725957"/>
                  </a:lnTo>
                  <a:lnTo>
                    <a:pt x="529983" y="711428"/>
                  </a:lnTo>
                  <a:lnTo>
                    <a:pt x="491578" y="706628"/>
                  </a:lnTo>
                  <a:lnTo>
                    <a:pt x="452551" y="703656"/>
                  </a:lnTo>
                  <a:lnTo>
                    <a:pt x="374535" y="701624"/>
                  </a:lnTo>
                  <a:lnTo>
                    <a:pt x="336892" y="698741"/>
                  </a:lnTo>
                  <a:lnTo>
                    <a:pt x="263664" y="687857"/>
                  </a:lnTo>
                  <a:lnTo>
                    <a:pt x="195249" y="670979"/>
                  </a:lnTo>
                  <a:lnTo>
                    <a:pt x="134175" y="649173"/>
                  </a:lnTo>
                  <a:lnTo>
                    <a:pt x="83019" y="623595"/>
                  </a:lnTo>
                  <a:lnTo>
                    <a:pt x="66116" y="612508"/>
                  </a:lnTo>
                  <a:lnTo>
                    <a:pt x="63728" y="610946"/>
                  </a:lnTo>
                  <a:lnTo>
                    <a:pt x="64947" y="612368"/>
                  </a:lnTo>
                  <a:lnTo>
                    <a:pt x="65062" y="612508"/>
                  </a:lnTo>
                  <a:lnTo>
                    <a:pt x="61988" y="609803"/>
                  </a:lnTo>
                  <a:lnTo>
                    <a:pt x="64909" y="612368"/>
                  </a:lnTo>
                  <a:lnTo>
                    <a:pt x="63728" y="610946"/>
                  </a:lnTo>
                  <a:lnTo>
                    <a:pt x="62763" y="609803"/>
                  </a:lnTo>
                  <a:lnTo>
                    <a:pt x="59842" y="606361"/>
                  </a:lnTo>
                  <a:lnTo>
                    <a:pt x="79527" y="593852"/>
                  </a:lnTo>
                  <a:lnTo>
                    <a:pt x="82156" y="592188"/>
                  </a:lnTo>
                  <a:lnTo>
                    <a:pt x="0" y="542823"/>
                  </a:lnTo>
                  <a:lnTo>
                    <a:pt x="9791" y="638162"/>
                  </a:lnTo>
                  <a:lnTo>
                    <a:pt x="35483" y="621842"/>
                  </a:lnTo>
                  <a:lnTo>
                    <a:pt x="44183" y="632066"/>
                  </a:lnTo>
                  <a:lnTo>
                    <a:pt x="95288" y="662762"/>
                  </a:lnTo>
                  <a:lnTo>
                    <a:pt x="154978" y="687857"/>
                  </a:lnTo>
                  <a:lnTo>
                    <a:pt x="222516" y="707999"/>
                  </a:lnTo>
                  <a:lnTo>
                    <a:pt x="296303" y="722477"/>
                  </a:lnTo>
                  <a:lnTo>
                    <a:pt x="334733" y="727240"/>
                  </a:lnTo>
                  <a:lnTo>
                    <a:pt x="373799" y="730186"/>
                  </a:lnTo>
                  <a:lnTo>
                    <a:pt x="450380" y="732142"/>
                  </a:lnTo>
                  <a:lnTo>
                    <a:pt x="488048" y="734987"/>
                  </a:lnTo>
                  <a:lnTo>
                    <a:pt x="561301" y="745807"/>
                  </a:lnTo>
                  <a:lnTo>
                    <a:pt x="629691" y="762609"/>
                  </a:lnTo>
                  <a:lnTo>
                    <a:pt x="690664" y="784288"/>
                  </a:lnTo>
                  <a:lnTo>
                    <a:pt x="741616" y="809612"/>
                  </a:lnTo>
                  <a:lnTo>
                    <a:pt x="779894" y="837006"/>
                  </a:lnTo>
                  <a:lnTo>
                    <a:pt x="794169" y="851725"/>
                  </a:lnTo>
                  <a:lnTo>
                    <a:pt x="793508" y="850785"/>
                  </a:lnTo>
                  <a:lnTo>
                    <a:pt x="794499" y="851992"/>
                  </a:lnTo>
                  <a:lnTo>
                    <a:pt x="829106" y="851992"/>
                  </a:lnTo>
                  <a:close/>
                </a:path>
                <a:path w="840105" h="892175">
                  <a:moveTo>
                    <a:pt x="839876" y="889939"/>
                  </a:moveTo>
                  <a:lnTo>
                    <a:pt x="839279" y="881773"/>
                  </a:lnTo>
                  <a:lnTo>
                    <a:pt x="838974" y="880287"/>
                  </a:lnTo>
                  <a:lnTo>
                    <a:pt x="838441" y="877722"/>
                  </a:lnTo>
                  <a:lnTo>
                    <a:pt x="837031" y="870762"/>
                  </a:lnTo>
                  <a:lnTo>
                    <a:pt x="836752" y="869899"/>
                  </a:lnTo>
                  <a:lnTo>
                    <a:pt x="835380" y="866698"/>
                  </a:lnTo>
                  <a:lnTo>
                    <a:pt x="834288" y="864120"/>
                  </a:lnTo>
                  <a:lnTo>
                    <a:pt x="829335" y="852538"/>
                  </a:lnTo>
                  <a:lnTo>
                    <a:pt x="794956" y="852538"/>
                  </a:lnTo>
                  <a:lnTo>
                    <a:pt x="794740" y="852538"/>
                  </a:lnTo>
                  <a:lnTo>
                    <a:pt x="803795" y="865492"/>
                  </a:lnTo>
                  <a:lnTo>
                    <a:pt x="809650" y="879221"/>
                  </a:lnTo>
                  <a:lnTo>
                    <a:pt x="809294" y="877722"/>
                  </a:lnTo>
                  <a:lnTo>
                    <a:pt x="810120" y="880287"/>
                  </a:lnTo>
                  <a:lnTo>
                    <a:pt x="809650" y="879221"/>
                  </a:lnTo>
                  <a:lnTo>
                    <a:pt x="810780" y="883869"/>
                  </a:lnTo>
                  <a:lnTo>
                    <a:pt x="811377" y="892022"/>
                  </a:lnTo>
                  <a:lnTo>
                    <a:pt x="839876" y="889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7713" y="5575905"/>
              <a:ext cx="6221984" cy="73761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500" y="910818"/>
              <a:ext cx="5486908" cy="177800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632168" y="5641340"/>
            <a:ext cx="1607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 spc="-6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baseline="12345" sz="2700" spc="-52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2314" sz="180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r>
              <a:rPr dirty="0" baseline="12345" sz="2700" spc="5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Gulim"/>
                <a:cs typeface="Gulim"/>
              </a:rPr>
              <a:t>Input</a:t>
            </a:r>
            <a:endParaRPr sz="1800">
              <a:latin typeface="Gulim"/>
              <a:cs typeface="Guli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9398" y="4315967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0820" y="3836923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30820" y="3324859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75541" y="2126996"/>
            <a:ext cx="441959" cy="839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634067" y="4267200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32074" y="913891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8818" y="4683087"/>
            <a:ext cx="2078736" cy="737615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5826" y="4718784"/>
            <a:ext cx="1410208" cy="268224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36772" y="5098438"/>
            <a:ext cx="1446783" cy="270256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3698263" y="3187700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170455" y="2751429"/>
            <a:ext cx="5855335" cy="1785620"/>
            <a:chOff x="3170455" y="2751429"/>
            <a:chExt cx="5855335" cy="1785620"/>
          </a:xfrm>
        </p:grpSpPr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0455" y="2751429"/>
              <a:ext cx="5685536" cy="585215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80405" y="3856524"/>
              <a:ext cx="1344838" cy="568886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5925" y="3765150"/>
              <a:ext cx="1228286" cy="77137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7151775" y="3473196"/>
            <a:ext cx="759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400" spc="-4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8518" sz="13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4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316369" y="3482340"/>
            <a:ext cx="7613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C0504D"/>
                </a:solidFill>
                <a:latin typeface="Times New Roman"/>
                <a:cs typeface="Times New Roman"/>
              </a:rPr>
              <a:t>(d</a:t>
            </a:r>
            <a:r>
              <a:rPr dirty="0" baseline="-18518" sz="135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baseline="-18518" sz="1350" spc="97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 i="1">
                <a:solidFill>
                  <a:srgbClr val="C0504D"/>
                </a:solidFill>
                <a:latin typeface="Times New Roman"/>
                <a:cs typeface="Times New Roman"/>
              </a:rPr>
              <a:t>,T)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718778" y="3739388"/>
            <a:ext cx="1479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Why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scaled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by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263304" y="3739388"/>
            <a:ext cx="109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5310602" y="3635281"/>
            <a:ext cx="3785870" cy="1593215"/>
            <a:chOff x="5310602" y="3635281"/>
            <a:chExt cx="3785870" cy="1593215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10602" y="3635281"/>
              <a:ext cx="811988" cy="51755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43992" y="4955650"/>
              <a:ext cx="1552448" cy="272288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1970358" y="4306823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19042" y="6235700"/>
            <a:ext cx="1719580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Variance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Small</a:t>
            </a:r>
            <a:endParaRPr sz="1800">
              <a:latin typeface="Trebuchet MS"/>
              <a:cs typeface="Trebuchet MS"/>
            </a:endParaRPr>
          </a:p>
          <a:p>
            <a:pPr algn="r" marR="5080">
              <a:lnSpc>
                <a:spcPts val="1639"/>
              </a:lnSpc>
            </a:pPr>
            <a:r>
              <a:rPr dirty="0" sz="1400" spc="-25"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Scaled</a:t>
            </a:r>
            <a:r>
              <a:rPr dirty="0" spc="-75"/>
              <a:t> </a:t>
            </a:r>
            <a:r>
              <a:rPr dirty="0" spc="-10"/>
              <a:t>Dot-</a:t>
            </a:r>
            <a:r>
              <a:rPr dirty="0"/>
              <a:t>Product</a:t>
            </a:r>
            <a:r>
              <a:rPr dirty="0" spc="-75"/>
              <a:t> </a:t>
            </a:r>
            <a:r>
              <a:rPr dirty="0" spc="-20"/>
              <a:t>Self-</a:t>
            </a:r>
            <a:r>
              <a:rPr dirty="0"/>
              <a:t>Attention(single</a:t>
            </a:r>
            <a:r>
              <a:rPr dirty="0" spc="-75"/>
              <a:t> </a:t>
            </a:r>
            <a:r>
              <a:rPr dirty="0" spc="-10"/>
              <a:t>head)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031317" y="1314743"/>
            <a:ext cx="1727200" cy="3945254"/>
            <a:chOff x="1031317" y="1314743"/>
            <a:chExt cx="1727200" cy="3945254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17" y="1314743"/>
              <a:ext cx="1727053" cy="336917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67415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895406" y="4946017"/>
            <a:ext cx="1235075" cy="648970"/>
            <a:chOff x="1895406" y="4946017"/>
            <a:chExt cx="1235075" cy="648970"/>
          </a:xfrm>
        </p:grpSpPr>
        <p:sp>
          <p:nvSpPr>
            <p:cNvPr id="10" name="object 10" descr=""/>
            <p:cNvSpPr/>
            <p:nvPr/>
          </p:nvSpPr>
          <p:spPr>
            <a:xfrm>
              <a:off x="1895406" y="5246717"/>
              <a:ext cx="86360" cy="348615"/>
            </a:xfrm>
            <a:custGeom>
              <a:avLst/>
              <a:gdLst/>
              <a:ahLst/>
              <a:cxnLst/>
              <a:rect l="l" t="t" r="r" b="b"/>
              <a:pathLst>
                <a:path w="86360" h="348614">
                  <a:moveTo>
                    <a:pt x="57240" y="71465"/>
                  </a:moveTo>
                  <a:lnTo>
                    <a:pt x="28665" y="71465"/>
                  </a:lnTo>
                  <a:lnTo>
                    <a:pt x="28636" y="85792"/>
                  </a:lnTo>
                  <a:lnTo>
                    <a:pt x="28513" y="119604"/>
                  </a:lnTo>
                  <a:lnTo>
                    <a:pt x="28242" y="158950"/>
                  </a:lnTo>
                  <a:lnTo>
                    <a:pt x="27890" y="174210"/>
                  </a:lnTo>
                  <a:lnTo>
                    <a:pt x="27775" y="177754"/>
                  </a:lnTo>
                  <a:lnTo>
                    <a:pt x="27410" y="216696"/>
                  </a:lnTo>
                  <a:lnTo>
                    <a:pt x="27240" y="254871"/>
                  </a:lnTo>
                  <a:lnTo>
                    <a:pt x="27084" y="348169"/>
                  </a:lnTo>
                  <a:lnTo>
                    <a:pt x="55659" y="348169"/>
                  </a:lnTo>
                  <a:lnTo>
                    <a:pt x="55731" y="284265"/>
                  </a:lnTo>
                  <a:lnTo>
                    <a:pt x="55815" y="254871"/>
                  </a:lnTo>
                  <a:lnTo>
                    <a:pt x="55986" y="216696"/>
                  </a:lnTo>
                  <a:lnTo>
                    <a:pt x="56359" y="177754"/>
                  </a:lnTo>
                  <a:lnTo>
                    <a:pt x="56540" y="174210"/>
                  </a:lnTo>
                  <a:lnTo>
                    <a:pt x="56658" y="170555"/>
                  </a:lnTo>
                  <a:lnTo>
                    <a:pt x="57088" y="119755"/>
                  </a:lnTo>
                  <a:lnTo>
                    <a:pt x="57211" y="85792"/>
                  </a:lnTo>
                  <a:lnTo>
                    <a:pt x="57240" y="71465"/>
                  </a:lnTo>
                  <a:close/>
                </a:path>
                <a:path w="86360" h="348614">
                  <a:moveTo>
                    <a:pt x="43064" y="0"/>
                  </a:moveTo>
                  <a:lnTo>
                    <a:pt x="0" y="85792"/>
                  </a:lnTo>
                  <a:lnTo>
                    <a:pt x="28636" y="85792"/>
                  </a:lnTo>
                  <a:lnTo>
                    <a:pt x="28665" y="71465"/>
                  </a:lnTo>
                  <a:lnTo>
                    <a:pt x="78657" y="71465"/>
                  </a:lnTo>
                  <a:lnTo>
                    <a:pt x="43064" y="0"/>
                  </a:lnTo>
                  <a:close/>
                </a:path>
                <a:path w="86360" h="348614">
                  <a:moveTo>
                    <a:pt x="78657" y="71465"/>
                  </a:moveTo>
                  <a:lnTo>
                    <a:pt x="57240" y="71465"/>
                  </a:lnTo>
                  <a:lnTo>
                    <a:pt x="57211" y="85792"/>
                  </a:lnTo>
                  <a:lnTo>
                    <a:pt x="85792" y="85792"/>
                  </a:lnTo>
                  <a:lnTo>
                    <a:pt x="78657" y="7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6" y="288000"/>
                  </a:lnTo>
                  <a:lnTo>
                    <a:pt x="695561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1" y="3772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49058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6016" y="4693009"/>
            <a:ext cx="2019300" cy="902969"/>
            <a:chOff x="736016" y="4693009"/>
            <a:chExt cx="2019300" cy="902969"/>
          </a:xfrm>
        </p:grpSpPr>
        <p:sp>
          <p:nvSpPr>
            <p:cNvPr id="15" name="object 15" descr=""/>
            <p:cNvSpPr/>
            <p:nvPr/>
          </p:nvSpPr>
          <p:spPr>
            <a:xfrm>
              <a:off x="1895602" y="4693018"/>
              <a:ext cx="859790" cy="902969"/>
            </a:xfrm>
            <a:custGeom>
              <a:avLst/>
              <a:gdLst/>
              <a:ahLst/>
              <a:cxnLst/>
              <a:rect l="l" t="t" r="r" b="b"/>
              <a:pathLst>
                <a:path w="859789" h="902970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709"/>
                  </a:lnTo>
                  <a:lnTo>
                    <a:pt x="57150" y="265709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859789" h="902970">
                  <a:moveTo>
                    <a:pt x="727989" y="85725"/>
                  </a:moveTo>
                  <a:lnTo>
                    <a:pt x="720839" y="71437"/>
                  </a:lnTo>
                  <a:lnTo>
                    <a:pt x="685126" y="0"/>
                  </a:lnTo>
                  <a:lnTo>
                    <a:pt x="642264" y="85725"/>
                  </a:lnTo>
                  <a:lnTo>
                    <a:pt x="670826" y="85725"/>
                  </a:lnTo>
                  <a:lnTo>
                    <a:pt x="670826" y="265709"/>
                  </a:lnTo>
                  <a:lnTo>
                    <a:pt x="699401" y="265709"/>
                  </a:lnTo>
                  <a:lnTo>
                    <a:pt x="699401" y="85725"/>
                  </a:lnTo>
                  <a:lnTo>
                    <a:pt x="727989" y="85725"/>
                  </a:lnTo>
                  <a:close/>
                </a:path>
                <a:path w="859789" h="902970">
                  <a:moveTo>
                    <a:pt x="859294" y="553707"/>
                  </a:moveTo>
                  <a:lnTo>
                    <a:pt x="777303" y="603338"/>
                  </a:lnTo>
                  <a:lnTo>
                    <a:pt x="799706" y="617474"/>
                  </a:lnTo>
                  <a:lnTo>
                    <a:pt x="795997" y="621880"/>
                  </a:lnTo>
                  <a:lnTo>
                    <a:pt x="752970" y="647687"/>
                  </a:lnTo>
                  <a:lnTo>
                    <a:pt x="697077" y="671525"/>
                  </a:lnTo>
                  <a:lnTo>
                    <a:pt x="632625" y="690994"/>
                  </a:lnTo>
                  <a:lnTo>
                    <a:pt x="562152" y="705002"/>
                  </a:lnTo>
                  <a:lnTo>
                    <a:pt x="488162" y="712508"/>
                  </a:lnTo>
                  <a:lnTo>
                    <a:pt x="410845" y="714540"/>
                  </a:lnTo>
                  <a:lnTo>
                    <a:pt x="372148" y="717524"/>
                  </a:lnTo>
                  <a:lnTo>
                    <a:pt x="334086" y="722312"/>
                  </a:lnTo>
                  <a:lnTo>
                    <a:pt x="260946" y="736854"/>
                  </a:lnTo>
                  <a:lnTo>
                    <a:pt x="193700" y="757174"/>
                  </a:lnTo>
                  <a:lnTo>
                    <a:pt x="134607" y="782383"/>
                  </a:lnTo>
                  <a:lnTo>
                    <a:pt x="85852" y="811822"/>
                  </a:lnTo>
                  <a:lnTo>
                    <a:pt x="50571" y="844130"/>
                  </a:lnTo>
                  <a:lnTo>
                    <a:pt x="30010" y="880821"/>
                  </a:lnTo>
                  <a:lnTo>
                    <a:pt x="26924" y="900823"/>
                  </a:lnTo>
                  <a:lnTo>
                    <a:pt x="55422" y="902906"/>
                  </a:lnTo>
                  <a:lnTo>
                    <a:pt x="56007" y="894740"/>
                  </a:lnTo>
                  <a:lnTo>
                    <a:pt x="56870" y="891133"/>
                  </a:lnTo>
                  <a:lnTo>
                    <a:pt x="57124" y="890054"/>
                  </a:lnTo>
                  <a:lnTo>
                    <a:pt x="57759" y="888580"/>
                  </a:lnTo>
                  <a:lnTo>
                    <a:pt x="62433" y="877531"/>
                  </a:lnTo>
                  <a:lnTo>
                    <a:pt x="62941" y="876325"/>
                  </a:lnTo>
                  <a:lnTo>
                    <a:pt x="63881" y="874966"/>
                  </a:lnTo>
                  <a:lnTo>
                    <a:pt x="71920" y="863384"/>
                  </a:lnTo>
                  <a:lnTo>
                    <a:pt x="72478" y="862558"/>
                  </a:lnTo>
                  <a:lnTo>
                    <a:pt x="72224" y="862787"/>
                  </a:lnTo>
                  <a:lnTo>
                    <a:pt x="72364" y="862558"/>
                  </a:lnTo>
                  <a:lnTo>
                    <a:pt x="73139" y="861618"/>
                  </a:lnTo>
                  <a:lnTo>
                    <a:pt x="72478" y="862558"/>
                  </a:lnTo>
                  <a:lnTo>
                    <a:pt x="73380" y="861618"/>
                  </a:lnTo>
                  <a:lnTo>
                    <a:pt x="103847" y="834021"/>
                  </a:lnTo>
                  <a:lnTo>
                    <a:pt x="148361" y="807440"/>
                  </a:lnTo>
                  <a:lnTo>
                    <a:pt x="204114" y="783780"/>
                  </a:lnTo>
                  <a:lnTo>
                    <a:pt x="268516" y="764400"/>
                  </a:lnTo>
                  <a:lnTo>
                    <a:pt x="338975" y="750468"/>
                  </a:lnTo>
                  <a:lnTo>
                    <a:pt x="413029" y="743026"/>
                  </a:lnTo>
                  <a:lnTo>
                    <a:pt x="488899" y="741070"/>
                  </a:lnTo>
                  <a:lnTo>
                    <a:pt x="527621" y="738124"/>
                  </a:lnTo>
                  <a:lnTo>
                    <a:pt x="565708" y="733348"/>
                  </a:lnTo>
                  <a:lnTo>
                    <a:pt x="638848" y="718883"/>
                  </a:lnTo>
                  <a:lnTo>
                    <a:pt x="705764" y="698754"/>
                  </a:lnTo>
                  <a:lnTo>
                    <a:pt x="764971" y="673620"/>
                  </a:lnTo>
                  <a:lnTo>
                    <a:pt x="814628" y="643813"/>
                  </a:lnTo>
                  <a:lnTo>
                    <a:pt x="824090" y="632866"/>
                  </a:lnTo>
                  <a:lnTo>
                    <a:pt x="849807" y="649084"/>
                  </a:lnTo>
                  <a:lnTo>
                    <a:pt x="854202" y="604939"/>
                  </a:lnTo>
                  <a:lnTo>
                    <a:pt x="859294" y="553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1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20" y="273941"/>
                  </a:lnTo>
                  <a:lnTo>
                    <a:pt x="721107" y="258683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8716" y="4958714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46837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111148" y="4703902"/>
            <a:ext cx="840105" cy="892175"/>
          </a:xfrm>
          <a:custGeom>
            <a:avLst/>
            <a:gdLst/>
            <a:ahLst/>
            <a:cxnLst/>
            <a:rect l="l" t="t" r="r" b="b"/>
            <a:pathLst>
              <a:path w="840105" h="892175">
                <a:moveTo>
                  <a:pt x="282346" y="85725"/>
                </a:moveTo>
                <a:lnTo>
                  <a:pt x="275209" y="71437"/>
                </a:lnTo>
                <a:lnTo>
                  <a:pt x="239483" y="0"/>
                </a:lnTo>
                <a:lnTo>
                  <a:pt x="196621" y="85725"/>
                </a:lnTo>
                <a:lnTo>
                  <a:pt x="225196" y="85725"/>
                </a:lnTo>
                <a:lnTo>
                  <a:pt x="225196" y="265709"/>
                </a:lnTo>
                <a:lnTo>
                  <a:pt x="253771" y="265709"/>
                </a:lnTo>
                <a:lnTo>
                  <a:pt x="253771" y="85725"/>
                </a:lnTo>
                <a:lnTo>
                  <a:pt x="282346" y="85725"/>
                </a:lnTo>
                <a:close/>
              </a:path>
              <a:path w="840105" h="892175">
                <a:moveTo>
                  <a:pt x="829106" y="851992"/>
                </a:moveTo>
                <a:lnTo>
                  <a:pt x="828624" y="851128"/>
                </a:lnTo>
                <a:lnTo>
                  <a:pt x="828382" y="850785"/>
                </a:lnTo>
                <a:lnTo>
                  <a:pt x="816483" y="833780"/>
                </a:lnTo>
                <a:lnTo>
                  <a:pt x="780402" y="800900"/>
                </a:lnTo>
                <a:lnTo>
                  <a:pt x="731215" y="771474"/>
                </a:lnTo>
                <a:lnTo>
                  <a:pt x="671601" y="746264"/>
                </a:lnTo>
                <a:lnTo>
                  <a:pt x="603770" y="725957"/>
                </a:lnTo>
                <a:lnTo>
                  <a:pt x="529983" y="711428"/>
                </a:lnTo>
                <a:lnTo>
                  <a:pt x="491578" y="706628"/>
                </a:lnTo>
                <a:lnTo>
                  <a:pt x="452551" y="703656"/>
                </a:lnTo>
                <a:lnTo>
                  <a:pt x="374535" y="701624"/>
                </a:lnTo>
                <a:lnTo>
                  <a:pt x="336892" y="698741"/>
                </a:lnTo>
                <a:lnTo>
                  <a:pt x="263664" y="687857"/>
                </a:lnTo>
                <a:lnTo>
                  <a:pt x="195249" y="670979"/>
                </a:lnTo>
                <a:lnTo>
                  <a:pt x="134175" y="649173"/>
                </a:lnTo>
                <a:lnTo>
                  <a:pt x="83019" y="623595"/>
                </a:lnTo>
                <a:lnTo>
                  <a:pt x="66116" y="612508"/>
                </a:lnTo>
                <a:lnTo>
                  <a:pt x="63728" y="610946"/>
                </a:lnTo>
                <a:lnTo>
                  <a:pt x="64947" y="612368"/>
                </a:lnTo>
                <a:lnTo>
                  <a:pt x="65062" y="612508"/>
                </a:lnTo>
                <a:lnTo>
                  <a:pt x="61988" y="609803"/>
                </a:lnTo>
                <a:lnTo>
                  <a:pt x="64909" y="612368"/>
                </a:lnTo>
                <a:lnTo>
                  <a:pt x="63728" y="610946"/>
                </a:lnTo>
                <a:lnTo>
                  <a:pt x="62763" y="609803"/>
                </a:lnTo>
                <a:lnTo>
                  <a:pt x="59842" y="606361"/>
                </a:lnTo>
                <a:lnTo>
                  <a:pt x="79527" y="593852"/>
                </a:lnTo>
                <a:lnTo>
                  <a:pt x="82156" y="592188"/>
                </a:lnTo>
                <a:lnTo>
                  <a:pt x="0" y="542823"/>
                </a:lnTo>
                <a:lnTo>
                  <a:pt x="9791" y="638162"/>
                </a:lnTo>
                <a:lnTo>
                  <a:pt x="35483" y="621842"/>
                </a:lnTo>
                <a:lnTo>
                  <a:pt x="44183" y="632066"/>
                </a:lnTo>
                <a:lnTo>
                  <a:pt x="95288" y="662762"/>
                </a:lnTo>
                <a:lnTo>
                  <a:pt x="154978" y="687857"/>
                </a:lnTo>
                <a:lnTo>
                  <a:pt x="222516" y="707999"/>
                </a:lnTo>
                <a:lnTo>
                  <a:pt x="296303" y="722477"/>
                </a:lnTo>
                <a:lnTo>
                  <a:pt x="334733" y="727240"/>
                </a:lnTo>
                <a:lnTo>
                  <a:pt x="373799" y="730186"/>
                </a:lnTo>
                <a:lnTo>
                  <a:pt x="450380" y="732142"/>
                </a:lnTo>
                <a:lnTo>
                  <a:pt x="488048" y="734987"/>
                </a:lnTo>
                <a:lnTo>
                  <a:pt x="561301" y="745807"/>
                </a:lnTo>
                <a:lnTo>
                  <a:pt x="629691" y="762609"/>
                </a:lnTo>
                <a:lnTo>
                  <a:pt x="690664" y="784288"/>
                </a:lnTo>
                <a:lnTo>
                  <a:pt x="741616" y="809612"/>
                </a:lnTo>
                <a:lnTo>
                  <a:pt x="779894" y="837006"/>
                </a:lnTo>
                <a:lnTo>
                  <a:pt x="794169" y="851725"/>
                </a:lnTo>
                <a:lnTo>
                  <a:pt x="793508" y="850785"/>
                </a:lnTo>
                <a:lnTo>
                  <a:pt x="794499" y="851992"/>
                </a:lnTo>
                <a:lnTo>
                  <a:pt x="829106" y="851992"/>
                </a:lnTo>
                <a:close/>
              </a:path>
              <a:path w="840105" h="892175">
                <a:moveTo>
                  <a:pt x="839876" y="889939"/>
                </a:moveTo>
                <a:lnTo>
                  <a:pt x="839279" y="881773"/>
                </a:lnTo>
                <a:lnTo>
                  <a:pt x="838974" y="880287"/>
                </a:lnTo>
                <a:lnTo>
                  <a:pt x="838441" y="877722"/>
                </a:lnTo>
                <a:lnTo>
                  <a:pt x="837031" y="870762"/>
                </a:lnTo>
                <a:lnTo>
                  <a:pt x="836752" y="869899"/>
                </a:lnTo>
                <a:lnTo>
                  <a:pt x="835380" y="866698"/>
                </a:lnTo>
                <a:lnTo>
                  <a:pt x="834288" y="864120"/>
                </a:lnTo>
                <a:lnTo>
                  <a:pt x="829335" y="852538"/>
                </a:lnTo>
                <a:lnTo>
                  <a:pt x="794956" y="852538"/>
                </a:lnTo>
                <a:lnTo>
                  <a:pt x="794740" y="852538"/>
                </a:lnTo>
                <a:lnTo>
                  <a:pt x="803795" y="865492"/>
                </a:lnTo>
                <a:lnTo>
                  <a:pt x="809650" y="879221"/>
                </a:lnTo>
                <a:lnTo>
                  <a:pt x="809294" y="877722"/>
                </a:lnTo>
                <a:lnTo>
                  <a:pt x="810120" y="880287"/>
                </a:lnTo>
                <a:lnTo>
                  <a:pt x="809650" y="879221"/>
                </a:lnTo>
                <a:lnTo>
                  <a:pt x="810780" y="883869"/>
                </a:lnTo>
                <a:lnTo>
                  <a:pt x="811377" y="892022"/>
                </a:lnTo>
                <a:lnTo>
                  <a:pt x="839876" y="889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2168" y="5641340"/>
            <a:ext cx="1607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 spc="-6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baseline="12345" sz="2700" spc="-52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2314" sz="180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baseline="12345" sz="270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r>
              <a:rPr dirty="0" baseline="12345" sz="2700" spc="5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Gulim"/>
                <a:cs typeface="Gulim"/>
              </a:rPr>
              <a:t>Input</a:t>
            </a:r>
            <a:endParaRPr sz="1800">
              <a:latin typeface="Gulim"/>
              <a:cs typeface="Guli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79398" y="4315967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30820" y="3836923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0820" y="3324859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5541" y="2126996"/>
            <a:ext cx="441959" cy="839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634067" y="4267200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32074" y="913891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0602" y="3635281"/>
            <a:ext cx="811988" cy="51755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6500" y="910818"/>
            <a:ext cx="5486908" cy="1778000"/>
          </a:xfrm>
          <a:prstGeom prst="rect">
            <a:avLst/>
          </a:prstGeom>
        </p:spPr>
      </p:pic>
      <p:sp>
        <p:nvSpPr>
          <p:cNvPr id="29" name="object 2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(T,</a:t>
            </a:r>
            <a:r>
              <a:rPr dirty="0" spc="-65"/>
              <a:t> </a:t>
            </a:r>
            <a:r>
              <a:rPr dirty="0" spc="-10"/>
              <a:t>d</a:t>
            </a:r>
            <a:r>
              <a:rPr dirty="0" baseline="-13888" sz="1800" spc="-15"/>
              <a:t>model</a:t>
            </a:r>
            <a:r>
              <a:rPr dirty="0" sz="1800" spc="-10"/>
              <a:t>)</a:t>
            </a:r>
            <a:endParaRPr sz="1800"/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/>
          </a:p>
          <a:p>
            <a:pPr marL="58419">
              <a:lnSpc>
                <a:spcPct val="100000"/>
              </a:lnSpc>
              <a:tabLst>
                <a:tab pos="2602865" algn="l"/>
              </a:tabLst>
            </a:pP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Why</a:t>
            </a:r>
            <a:r>
              <a:rPr dirty="0" spc="-40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scaled</a:t>
            </a:r>
            <a:r>
              <a:rPr dirty="0" spc="-40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25" b="0" i="0">
                <a:solidFill>
                  <a:srgbClr val="000000"/>
                </a:solidFill>
                <a:latin typeface="Trebuchet MS"/>
                <a:cs typeface="Trebuchet MS"/>
              </a:rPr>
              <a:t>by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	</a:t>
            </a:r>
            <a:r>
              <a:rPr dirty="0" spc="-50" b="0" i="0">
                <a:solidFill>
                  <a:srgbClr val="000000"/>
                </a:solidFill>
                <a:latin typeface="Trebuchet MS"/>
                <a:cs typeface="Trebuchet MS"/>
              </a:rPr>
              <a:t>?</a:t>
            </a:r>
          </a:p>
          <a:p>
            <a:pPr marL="78740">
              <a:lnSpc>
                <a:spcPct val="100000"/>
              </a:lnSpc>
              <a:spcBef>
                <a:spcPts val="1989"/>
              </a:spcBef>
            </a:pP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dirty="0" spc="-30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baseline="-13888" sz="1800" b="0" i="0">
                <a:solidFill>
                  <a:srgbClr val="000000"/>
                </a:solidFill>
                <a:latin typeface="Trebuchet MS"/>
                <a:cs typeface="Trebuchet MS"/>
              </a:rPr>
              <a:t>model</a:t>
            </a:r>
            <a:r>
              <a:rPr dirty="0" baseline="-13888" sz="1800" spc="22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800" b="0" i="0">
                <a:solidFill>
                  <a:srgbClr val="000000"/>
                </a:solidFill>
                <a:latin typeface="Trebuchet MS"/>
                <a:cs typeface="Trebuchet MS"/>
              </a:rPr>
              <a:t>be</a:t>
            </a:r>
            <a:r>
              <a:rPr dirty="0" sz="1800" spc="-1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800" spc="-10" b="0" i="0">
                <a:solidFill>
                  <a:srgbClr val="000000"/>
                </a:solidFill>
                <a:latin typeface="Trebuchet MS"/>
                <a:cs typeface="Trebuchet MS"/>
              </a:rPr>
              <a:t>larger,</a:t>
            </a:r>
            <a:endParaRPr sz="1800">
              <a:latin typeface="Trebuchet MS"/>
              <a:cs typeface="Trebuchet MS"/>
            </a:endParaRPr>
          </a:p>
          <a:p>
            <a:pPr marL="78740" marR="43180">
              <a:lnSpc>
                <a:spcPct val="102200"/>
              </a:lnSpc>
            </a:pP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dot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product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elements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grow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 i="0">
                <a:solidFill>
                  <a:srgbClr val="000000"/>
                </a:solidFill>
                <a:latin typeface="Trebuchet MS"/>
                <a:cs typeface="Trebuchet MS"/>
              </a:rPr>
              <a:t>large </a:t>
            </a:r>
            <a:r>
              <a:rPr dirty="0" b="0" i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pc="-35" b="0" i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0" b="0" i="0">
                <a:solidFill>
                  <a:srgbClr val="000000"/>
                </a:solidFill>
                <a:latin typeface="Trebuchet MS"/>
                <a:cs typeface="Trebuchet MS"/>
              </a:rPr>
              <a:t>magnitude.</a:t>
            </a:r>
          </a:p>
        </p:txBody>
      </p:sp>
      <p:grpSp>
        <p:nvGrpSpPr>
          <p:cNvPr id="30" name="object 30" descr=""/>
          <p:cNvGrpSpPr/>
          <p:nvPr/>
        </p:nvGrpSpPr>
        <p:grpSpPr>
          <a:xfrm>
            <a:off x="3170455" y="2751429"/>
            <a:ext cx="5685790" cy="3481070"/>
            <a:chOff x="3170455" y="2751429"/>
            <a:chExt cx="5685790" cy="3481070"/>
          </a:xfrm>
        </p:grpSpPr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0455" y="2751429"/>
              <a:ext cx="5685536" cy="58521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342926" y="5173883"/>
              <a:ext cx="2303780" cy="1053465"/>
            </a:xfrm>
            <a:custGeom>
              <a:avLst/>
              <a:gdLst/>
              <a:ahLst/>
              <a:cxnLst/>
              <a:rect l="l" t="t" r="r" b="b"/>
              <a:pathLst>
                <a:path w="2303779" h="1053464">
                  <a:moveTo>
                    <a:pt x="0" y="1030146"/>
                  </a:moveTo>
                  <a:lnTo>
                    <a:pt x="20122" y="1036625"/>
                  </a:lnTo>
                  <a:lnTo>
                    <a:pt x="40157" y="1043566"/>
                  </a:lnTo>
                  <a:lnTo>
                    <a:pt x="60369" y="1049584"/>
                  </a:lnTo>
                  <a:lnTo>
                    <a:pt x="81022" y="1053296"/>
                  </a:lnTo>
                  <a:lnTo>
                    <a:pt x="89919" y="1052470"/>
                  </a:lnTo>
                  <a:lnTo>
                    <a:pt x="98537" y="1049220"/>
                  </a:lnTo>
                  <a:lnTo>
                    <a:pt x="107078" y="1045114"/>
                  </a:lnTo>
                  <a:lnTo>
                    <a:pt x="115746" y="1041721"/>
                  </a:lnTo>
                  <a:lnTo>
                    <a:pt x="142872" y="1034817"/>
                  </a:lnTo>
                  <a:lnTo>
                    <a:pt x="176498" y="1026483"/>
                  </a:lnTo>
                  <a:lnTo>
                    <a:pt x="208685" y="1017086"/>
                  </a:lnTo>
                  <a:lnTo>
                    <a:pt x="231493" y="1006997"/>
                  </a:lnTo>
                  <a:lnTo>
                    <a:pt x="248980" y="995599"/>
                  </a:lnTo>
                  <a:lnTo>
                    <a:pt x="266551" y="984320"/>
                  </a:lnTo>
                  <a:lnTo>
                    <a:pt x="283954" y="972804"/>
                  </a:lnTo>
                  <a:lnTo>
                    <a:pt x="300941" y="960698"/>
                  </a:lnTo>
                  <a:lnTo>
                    <a:pt x="306925" y="955108"/>
                  </a:lnTo>
                  <a:lnTo>
                    <a:pt x="312280" y="948773"/>
                  </a:lnTo>
                  <a:lnTo>
                    <a:pt x="317753" y="942614"/>
                  </a:lnTo>
                  <a:lnTo>
                    <a:pt x="324091" y="937549"/>
                  </a:lnTo>
                  <a:lnTo>
                    <a:pt x="351045" y="923784"/>
                  </a:lnTo>
                  <a:lnTo>
                    <a:pt x="358442" y="924440"/>
                  </a:lnTo>
                  <a:lnTo>
                    <a:pt x="359307" y="928505"/>
                  </a:lnTo>
                  <a:lnTo>
                    <a:pt x="366664" y="924970"/>
                  </a:lnTo>
                  <a:lnTo>
                    <a:pt x="406061" y="892152"/>
                  </a:lnTo>
                  <a:lnTo>
                    <a:pt x="439838" y="856526"/>
                  </a:lnTo>
                  <a:lnTo>
                    <a:pt x="466752" y="814950"/>
                  </a:lnTo>
                  <a:lnTo>
                    <a:pt x="478135" y="796837"/>
                  </a:lnTo>
                  <a:lnTo>
                    <a:pt x="487730" y="785419"/>
                  </a:lnTo>
                  <a:lnTo>
                    <a:pt x="509286" y="763929"/>
                  </a:lnTo>
                  <a:lnTo>
                    <a:pt x="515326" y="746640"/>
                  </a:lnTo>
                  <a:lnTo>
                    <a:pt x="521534" y="729401"/>
                  </a:lnTo>
                  <a:lnTo>
                    <a:pt x="527406" y="712063"/>
                  </a:lnTo>
                  <a:lnTo>
                    <a:pt x="532435" y="694481"/>
                  </a:lnTo>
                  <a:lnTo>
                    <a:pt x="537892" y="671235"/>
                  </a:lnTo>
                  <a:lnTo>
                    <a:pt x="543130" y="647925"/>
                  </a:lnTo>
                  <a:lnTo>
                    <a:pt x="548807" y="624744"/>
                  </a:lnTo>
                  <a:lnTo>
                    <a:pt x="555584" y="601883"/>
                  </a:lnTo>
                  <a:lnTo>
                    <a:pt x="563381" y="578418"/>
                  </a:lnTo>
                  <a:lnTo>
                    <a:pt x="566664" y="568527"/>
                  </a:lnTo>
                  <a:lnTo>
                    <a:pt x="567083" y="567529"/>
                  </a:lnTo>
                  <a:lnTo>
                    <a:pt x="566290" y="570742"/>
                  </a:lnTo>
                  <a:lnTo>
                    <a:pt x="565933" y="573486"/>
                  </a:lnTo>
                  <a:lnTo>
                    <a:pt x="583988" y="532084"/>
                  </a:lnTo>
                  <a:lnTo>
                    <a:pt x="601883" y="486136"/>
                  </a:lnTo>
                  <a:lnTo>
                    <a:pt x="611666" y="450485"/>
                  </a:lnTo>
                  <a:lnTo>
                    <a:pt x="616936" y="432901"/>
                  </a:lnTo>
                  <a:lnTo>
                    <a:pt x="625032" y="416688"/>
                  </a:lnTo>
                  <a:lnTo>
                    <a:pt x="637539" y="399782"/>
                  </a:lnTo>
                  <a:lnTo>
                    <a:pt x="650669" y="383180"/>
                  </a:lnTo>
                  <a:lnTo>
                    <a:pt x="662555" y="365970"/>
                  </a:lnTo>
                  <a:lnTo>
                    <a:pt x="671331" y="347240"/>
                  </a:lnTo>
                  <a:lnTo>
                    <a:pt x="680888" y="318022"/>
                  </a:lnTo>
                  <a:lnTo>
                    <a:pt x="683291" y="310388"/>
                  </a:lnTo>
                  <a:lnTo>
                    <a:pt x="682774" y="313442"/>
                  </a:lnTo>
                  <a:lnTo>
                    <a:pt x="706055" y="277792"/>
                  </a:lnTo>
                  <a:lnTo>
                    <a:pt x="711666" y="260337"/>
                  </a:lnTo>
                  <a:lnTo>
                    <a:pt x="714089" y="251458"/>
                  </a:lnTo>
                  <a:lnTo>
                    <a:pt x="745846" y="199223"/>
                  </a:lnTo>
                  <a:lnTo>
                    <a:pt x="763929" y="173620"/>
                  </a:lnTo>
                  <a:lnTo>
                    <a:pt x="766335" y="164683"/>
                  </a:lnTo>
                  <a:lnTo>
                    <a:pt x="798442" y="113627"/>
                  </a:lnTo>
                  <a:lnTo>
                    <a:pt x="834134" y="80364"/>
                  </a:lnTo>
                  <a:lnTo>
                    <a:pt x="872341" y="50324"/>
                  </a:lnTo>
                  <a:lnTo>
                    <a:pt x="962005" y="23052"/>
                  </a:lnTo>
                  <a:lnTo>
                    <a:pt x="992278" y="17234"/>
                  </a:lnTo>
                  <a:lnTo>
                    <a:pt x="1009166" y="13779"/>
                  </a:lnTo>
                  <a:lnTo>
                    <a:pt x="1028190" y="9198"/>
                  </a:lnTo>
                  <a:lnTo>
                    <a:pt x="1064870" y="0"/>
                  </a:lnTo>
                  <a:lnTo>
                    <a:pt x="1111199" y="2525"/>
                  </a:lnTo>
                  <a:lnTo>
                    <a:pt x="1157550" y="4805"/>
                  </a:lnTo>
                  <a:lnTo>
                    <a:pt x="1203858" y="7576"/>
                  </a:lnTo>
                  <a:lnTo>
                    <a:pt x="1250065" y="11574"/>
                  </a:lnTo>
                  <a:lnTo>
                    <a:pt x="1291126" y="28214"/>
                  </a:lnTo>
                  <a:lnTo>
                    <a:pt x="1301954" y="40708"/>
                  </a:lnTo>
                  <a:lnTo>
                    <a:pt x="1307939" y="46298"/>
                  </a:lnTo>
                  <a:lnTo>
                    <a:pt x="1324925" y="58404"/>
                  </a:lnTo>
                  <a:lnTo>
                    <a:pt x="1342328" y="69920"/>
                  </a:lnTo>
                  <a:lnTo>
                    <a:pt x="1359899" y="81199"/>
                  </a:lnTo>
                  <a:lnTo>
                    <a:pt x="1377387" y="92597"/>
                  </a:lnTo>
                  <a:lnTo>
                    <a:pt x="1412111" y="115746"/>
                  </a:lnTo>
                  <a:lnTo>
                    <a:pt x="1417761" y="124527"/>
                  </a:lnTo>
                  <a:lnTo>
                    <a:pt x="1423320" y="133375"/>
                  </a:lnTo>
                  <a:lnTo>
                    <a:pt x="1429061" y="142089"/>
                  </a:lnTo>
                  <a:lnTo>
                    <a:pt x="1435260" y="150470"/>
                  </a:lnTo>
                  <a:lnTo>
                    <a:pt x="1440963" y="156366"/>
                  </a:lnTo>
                  <a:lnTo>
                    <a:pt x="1447285" y="161731"/>
                  </a:lnTo>
                  <a:lnTo>
                    <a:pt x="1453382" y="167253"/>
                  </a:lnTo>
                  <a:lnTo>
                    <a:pt x="1458410" y="173620"/>
                  </a:lnTo>
                  <a:lnTo>
                    <a:pt x="1461869" y="182063"/>
                  </a:lnTo>
                  <a:lnTo>
                    <a:pt x="1463891" y="191182"/>
                  </a:lnTo>
                  <a:lnTo>
                    <a:pt x="1466066" y="200201"/>
                  </a:lnTo>
                  <a:lnTo>
                    <a:pt x="1469984" y="208344"/>
                  </a:lnTo>
                  <a:lnTo>
                    <a:pt x="1492121" y="234296"/>
                  </a:lnTo>
                  <a:lnTo>
                    <a:pt x="1509493" y="248866"/>
                  </a:lnTo>
                  <a:lnTo>
                    <a:pt x="1524472" y="263430"/>
                  </a:lnTo>
                  <a:lnTo>
                    <a:pt x="1539432" y="289367"/>
                  </a:lnTo>
                  <a:lnTo>
                    <a:pt x="1545326" y="306770"/>
                  </a:lnTo>
                  <a:lnTo>
                    <a:pt x="1549647" y="324839"/>
                  </a:lnTo>
                  <a:lnTo>
                    <a:pt x="1554648" y="342534"/>
                  </a:lnTo>
                  <a:lnTo>
                    <a:pt x="1562582" y="358815"/>
                  </a:lnTo>
                  <a:lnTo>
                    <a:pt x="1568659" y="367336"/>
                  </a:lnTo>
                  <a:lnTo>
                    <a:pt x="1574931" y="375750"/>
                  </a:lnTo>
                  <a:lnTo>
                    <a:pt x="1580815" y="384378"/>
                  </a:lnTo>
                  <a:lnTo>
                    <a:pt x="1585731" y="393539"/>
                  </a:lnTo>
                  <a:lnTo>
                    <a:pt x="1592443" y="410541"/>
                  </a:lnTo>
                  <a:lnTo>
                    <a:pt x="1598128" y="427943"/>
                  </a:lnTo>
                  <a:lnTo>
                    <a:pt x="1603402" y="445505"/>
                  </a:lnTo>
                  <a:lnTo>
                    <a:pt x="1608881" y="462987"/>
                  </a:lnTo>
                  <a:lnTo>
                    <a:pt x="1611103" y="472082"/>
                  </a:lnTo>
                  <a:lnTo>
                    <a:pt x="1612879" y="481454"/>
                  </a:lnTo>
                  <a:lnTo>
                    <a:pt x="1615549" y="490273"/>
                  </a:lnTo>
                  <a:lnTo>
                    <a:pt x="1620455" y="497711"/>
                  </a:lnTo>
                  <a:lnTo>
                    <a:pt x="1643605" y="520860"/>
                  </a:lnTo>
                  <a:lnTo>
                    <a:pt x="1646273" y="529634"/>
                  </a:lnTo>
                  <a:lnTo>
                    <a:pt x="1665545" y="573917"/>
                  </a:lnTo>
                  <a:lnTo>
                    <a:pt x="1701478" y="613458"/>
                  </a:lnTo>
                  <a:lnTo>
                    <a:pt x="1711064" y="642559"/>
                  </a:lnTo>
                  <a:lnTo>
                    <a:pt x="1735565" y="690703"/>
                  </a:lnTo>
                  <a:lnTo>
                    <a:pt x="1805650" y="763929"/>
                  </a:lnTo>
                  <a:lnTo>
                    <a:pt x="1817849" y="774992"/>
                  </a:lnTo>
                  <a:lnTo>
                    <a:pt x="1823714" y="780715"/>
                  </a:lnTo>
                  <a:lnTo>
                    <a:pt x="1828800" y="787078"/>
                  </a:lnTo>
                  <a:lnTo>
                    <a:pt x="1855252" y="830454"/>
                  </a:lnTo>
                  <a:lnTo>
                    <a:pt x="1866291" y="849799"/>
                  </a:lnTo>
                  <a:lnTo>
                    <a:pt x="1878840" y="858040"/>
                  </a:lnTo>
                  <a:lnTo>
                    <a:pt x="1909822" y="868101"/>
                  </a:lnTo>
                  <a:lnTo>
                    <a:pt x="1937858" y="897717"/>
                  </a:lnTo>
                  <a:lnTo>
                    <a:pt x="1950144" y="910706"/>
                  </a:lnTo>
                  <a:lnTo>
                    <a:pt x="1962524" y="916861"/>
                  </a:lnTo>
                  <a:lnTo>
                    <a:pt x="1990845" y="925974"/>
                  </a:lnTo>
                  <a:lnTo>
                    <a:pt x="2011137" y="946513"/>
                  </a:lnTo>
                  <a:lnTo>
                    <a:pt x="2022370" y="954300"/>
                  </a:lnTo>
                  <a:lnTo>
                    <a:pt x="2040990" y="959498"/>
                  </a:lnTo>
                  <a:lnTo>
                    <a:pt x="2083443" y="972273"/>
                  </a:lnTo>
                  <a:lnTo>
                    <a:pt x="2118167" y="983848"/>
                  </a:lnTo>
                  <a:lnTo>
                    <a:pt x="2152891" y="995422"/>
                  </a:lnTo>
                  <a:lnTo>
                    <a:pt x="2210353" y="989331"/>
                  </a:lnTo>
                  <a:lnTo>
                    <a:pt x="2239667" y="985850"/>
                  </a:lnTo>
                  <a:lnTo>
                    <a:pt x="2255296" y="984256"/>
                  </a:lnTo>
                  <a:lnTo>
                    <a:pt x="2271706" y="983830"/>
                  </a:lnTo>
                  <a:lnTo>
                    <a:pt x="2303362" y="98384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7713" y="5329674"/>
              <a:ext cx="918463" cy="25806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4993" y="4988651"/>
              <a:ext cx="788416" cy="25806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1970358" y="4319016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3333510" y="5729467"/>
            <a:ext cx="2546985" cy="521334"/>
          </a:xfrm>
          <a:custGeom>
            <a:avLst/>
            <a:gdLst/>
            <a:ahLst/>
            <a:cxnLst/>
            <a:rect l="l" t="t" r="r" b="b"/>
            <a:pathLst>
              <a:path w="2546985" h="521335">
                <a:moveTo>
                  <a:pt x="0" y="509286"/>
                </a:moveTo>
                <a:lnTo>
                  <a:pt x="20217" y="512722"/>
                </a:lnTo>
                <a:lnTo>
                  <a:pt x="40408" y="516520"/>
                </a:lnTo>
                <a:lnTo>
                  <a:pt x="60651" y="519594"/>
                </a:lnTo>
                <a:lnTo>
                  <a:pt x="81023" y="520861"/>
                </a:lnTo>
                <a:lnTo>
                  <a:pt x="89946" y="519523"/>
                </a:lnTo>
                <a:lnTo>
                  <a:pt x="98561" y="516330"/>
                </a:lnTo>
                <a:lnTo>
                  <a:pt x="107088" y="512508"/>
                </a:lnTo>
                <a:lnTo>
                  <a:pt x="115747" y="509286"/>
                </a:lnTo>
                <a:lnTo>
                  <a:pt x="127291" y="506276"/>
                </a:lnTo>
                <a:lnTo>
                  <a:pt x="138918" y="503573"/>
                </a:lnTo>
                <a:lnTo>
                  <a:pt x="150533" y="500833"/>
                </a:lnTo>
                <a:lnTo>
                  <a:pt x="162045" y="497711"/>
                </a:lnTo>
                <a:lnTo>
                  <a:pt x="179500" y="492220"/>
                </a:lnTo>
                <a:lnTo>
                  <a:pt x="196852" y="486400"/>
                </a:lnTo>
                <a:lnTo>
                  <a:pt x="214162" y="480448"/>
                </a:lnTo>
                <a:lnTo>
                  <a:pt x="231493" y="474562"/>
                </a:lnTo>
                <a:lnTo>
                  <a:pt x="300942" y="451413"/>
                </a:lnTo>
                <a:lnTo>
                  <a:pt x="309823" y="448928"/>
                </a:lnTo>
                <a:lnTo>
                  <a:pt x="318837" y="446716"/>
                </a:lnTo>
                <a:lnTo>
                  <a:pt x="327585" y="443959"/>
                </a:lnTo>
                <a:lnTo>
                  <a:pt x="335666" y="439838"/>
                </a:lnTo>
                <a:lnTo>
                  <a:pt x="344187" y="433760"/>
                </a:lnTo>
                <a:lnTo>
                  <a:pt x="352601" y="427488"/>
                </a:lnTo>
                <a:lnTo>
                  <a:pt x="361229" y="421604"/>
                </a:lnTo>
                <a:lnTo>
                  <a:pt x="370390" y="416689"/>
                </a:lnTo>
                <a:lnTo>
                  <a:pt x="411070" y="399525"/>
                </a:lnTo>
                <a:lnTo>
                  <a:pt x="431508" y="392579"/>
                </a:lnTo>
                <a:lnTo>
                  <a:pt x="438691" y="391830"/>
                </a:lnTo>
                <a:lnTo>
                  <a:pt x="439603" y="393258"/>
                </a:lnTo>
                <a:lnTo>
                  <a:pt x="441228" y="392841"/>
                </a:lnTo>
                <a:lnTo>
                  <a:pt x="450553" y="386558"/>
                </a:lnTo>
                <a:lnTo>
                  <a:pt x="474562" y="370390"/>
                </a:lnTo>
                <a:lnTo>
                  <a:pt x="489512" y="347634"/>
                </a:lnTo>
                <a:lnTo>
                  <a:pt x="521894" y="307081"/>
                </a:lnTo>
                <a:lnTo>
                  <a:pt x="552833" y="283767"/>
                </a:lnTo>
                <a:lnTo>
                  <a:pt x="561751" y="278293"/>
                </a:lnTo>
                <a:lnTo>
                  <a:pt x="570480" y="272569"/>
                </a:lnTo>
                <a:lnTo>
                  <a:pt x="603557" y="244552"/>
                </a:lnTo>
                <a:lnTo>
                  <a:pt x="630377" y="210832"/>
                </a:lnTo>
                <a:lnTo>
                  <a:pt x="635427" y="201475"/>
                </a:lnTo>
                <a:lnTo>
                  <a:pt x="641067" y="192658"/>
                </a:lnTo>
                <a:lnTo>
                  <a:pt x="648182" y="185195"/>
                </a:lnTo>
                <a:lnTo>
                  <a:pt x="655999" y="180713"/>
                </a:lnTo>
                <a:lnTo>
                  <a:pt x="664776" y="177996"/>
                </a:lnTo>
                <a:lnTo>
                  <a:pt x="673936" y="175984"/>
                </a:lnTo>
                <a:lnTo>
                  <a:pt x="682906" y="173620"/>
                </a:lnTo>
                <a:lnTo>
                  <a:pt x="703382" y="152946"/>
                </a:lnTo>
                <a:lnTo>
                  <a:pt x="706399" y="149996"/>
                </a:lnTo>
                <a:lnTo>
                  <a:pt x="704964" y="152754"/>
                </a:lnTo>
                <a:lnTo>
                  <a:pt x="712088" y="149202"/>
                </a:lnTo>
                <a:lnTo>
                  <a:pt x="740780" y="127322"/>
                </a:lnTo>
                <a:lnTo>
                  <a:pt x="746619" y="121515"/>
                </a:lnTo>
                <a:lnTo>
                  <a:pt x="751889" y="115020"/>
                </a:lnTo>
                <a:lnTo>
                  <a:pt x="757392" y="108889"/>
                </a:lnTo>
                <a:lnTo>
                  <a:pt x="763929" y="104172"/>
                </a:lnTo>
                <a:lnTo>
                  <a:pt x="780732" y="97036"/>
                </a:lnTo>
                <a:lnTo>
                  <a:pt x="798156" y="91398"/>
                </a:lnTo>
                <a:lnTo>
                  <a:pt x="815828" y="86360"/>
                </a:lnTo>
                <a:lnTo>
                  <a:pt x="833377" y="81023"/>
                </a:lnTo>
                <a:lnTo>
                  <a:pt x="868101" y="69448"/>
                </a:lnTo>
                <a:lnTo>
                  <a:pt x="902825" y="57874"/>
                </a:lnTo>
                <a:lnTo>
                  <a:pt x="911346" y="51795"/>
                </a:lnTo>
                <a:lnTo>
                  <a:pt x="987872" y="16297"/>
                </a:lnTo>
                <a:lnTo>
                  <a:pt x="1033292" y="7129"/>
                </a:lnTo>
                <a:lnTo>
                  <a:pt x="1079015" y="3700"/>
                </a:lnTo>
                <a:lnTo>
                  <a:pt x="1130246" y="2496"/>
                </a:lnTo>
                <a:lnTo>
                  <a:pt x="1192192" y="0"/>
                </a:lnTo>
                <a:lnTo>
                  <a:pt x="1229178" y="4962"/>
                </a:lnTo>
                <a:lnTo>
                  <a:pt x="1258644" y="9050"/>
                </a:lnTo>
                <a:lnTo>
                  <a:pt x="1286715" y="14399"/>
                </a:lnTo>
                <a:lnTo>
                  <a:pt x="1319514" y="23149"/>
                </a:lnTo>
                <a:lnTo>
                  <a:pt x="1337370" y="27821"/>
                </a:lnTo>
                <a:lnTo>
                  <a:pt x="1388962" y="46299"/>
                </a:lnTo>
                <a:lnTo>
                  <a:pt x="1405869" y="58712"/>
                </a:lnTo>
                <a:lnTo>
                  <a:pt x="1414494" y="64604"/>
                </a:lnTo>
                <a:lnTo>
                  <a:pt x="1423686" y="69448"/>
                </a:lnTo>
                <a:lnTo>
                  <a:pt x="1434946" y="73257"/>
                </a:lnTo>
                <a:lnTo>
                  <a:pt x="1446604" y="75871"/>
                </a:lnTo>
                <a:lnTo>
                  <a:pt x="1458378" y="78167"/>
                </a:lnTo>
                <a:lnTo>
                  <a:pt x="1469985" y="81023"/>
                </a:lnTo>
                <a:lnTo>
                  <a:pt x="1513473" y="95227"/>
                </a:lnTo>
                <a:lnTo>
                  <a:pt x="1556469" y="116308"/>
                </a:lnTo>
                <a:lnTo>
                  <a:pt x="1565109" y="122165"/>
                </a:lnTo>
                <a:lnTo>
                  <a:pt x="1574157" y="127322"/>
                </a:lnTo>
                <a:lnTo>
                  <a:pt x="1582715" y="130549"/>
                </a:lnTo>
                <a:lnTo>
                  <a:pt x="1591688" y="132801"/>
                </a:lnTo>
                <a:lnTo>
                  <a:pt x="1600576" y="135206"/>
                </a:lnTo>
                <a:lnTo>
                  <a:pt x="1608881" y="138896"/>
                </a:lnTo>
                <a:lnTo>
                  <a:pt x="1615073" y="144195"/>
                </a:lnTo>
                <a:lnTo>
                  <a:pt x="1620304" y="150746"/>
                </a:lnTo>
                <a:lnTo>
                  <a:pt x="1625611" y="157159"/>
                </a:lnTo>
                <a:lnTo>
                  <a:pt x="1632030" y="162046"/>
                </a:lnTo>
                <a:lnTo>
                  <a:pt x="1648833" y="169181"/>
                </a:lnTo>
                <a:lnTo>
                  <a:pt x="1666257" y="174819"/>
                </a:lnTo>
                <a:lnTo>
                  <a:pt x="1683929" y="179857"/>
                </a:lnTo>
                <a:lnTo>
                  <a:pt x="1701478" y="185195"/>
                </a:lnTo>
                <a:lnTo>
                  <a:pt x="1770926" y="208344"/>
                </a:lnTo>
                <a:lnTo>
                  <a:pt x="1782520" y="211165"/>
                </a:lnTo>
                <a:lnTo>
                  <a:pt x="1794126" y="213939"/>
                </a:lnTo>
                <a:lnTo>
                  <a:pt x="1805708" y="216809"/>
                </a:lnTo>
                <a:lnTo>
                  <a:pt x="1817225" y="219919"/>
                </a:lnTo>
                <a:lnTo>
                  <a:pt x="1825949" y="222670"/>
                </a:lnTo>
                <a:lnTo>
                  <a:pt x="1834587" y="225706"/>
                </a:lnTo>
                <a:lnTo>
                  <a:pt x="1843224" y="228742"/>
                </a:lnTo>
                <a:lnTo>
                  <a:pt x="1851949" y="231494"/>
                </a:lnTo>
                <a:lnTo>
                  <a:pt x="1863493" y="234503"/>
                </a:lnTo>
                <a:lnTo>
                  <a:pt x="1875120" y="237205"/>
                </a:lnTo>
                <a:lnTo>
                  <a:pt x="1886736" y="239945"/>
                </a:lnTo>
                <a:lnTo>
                  <a:pt x="1898248" y="243068"/>
                </a:lnTo>
                <a:lnTo>
                  <a:pt x="1915704" y="248558"/>
                </a:lnTo>
                <a:lnTo>
                  <a:pt x="1933056" y="254379"/>
                </a:lnTo>
                <a:lnTo>
                  <a:pt x="1950365" y="260331"/>
                </a:lnTo>
                <a:lnTo>
                  <a:pt x="1967696" y="266218"/>
                </a:lnTo>
                <a:lnTo>
                  <a:pt x="2002420" y="277792"/>
                </a:lnTo>
                <a:lnTo>
                  <a:pt x="2011064" y="280812"/>
                </a:lnTo>
                <a:lnTo>
                  <a:pt x="2019683" y="283916"/>
                </a:lnTo>
                <a:lnTo>
                  <a:pt x="2028352" y="286852"/>
                </a:lnTo>
                <a:lnTo>
                  <a:pt x="2074228" y="298601"/>
                </a:lnTo>
                <a:lnTo>
                  <a:pt x="2118167" y="312517"/>
                </a:lnTo>
                <a:lnTo>
                  <a:pt x="2141338" y="318228"/>
                </a:lnTo>
                <a:lnTo>
                  <a:pt x="2152954" y="320968"/>
                </a:lnTo>
                <a:lnTo>
                  <a:pt x="2164466" y="324091"/>
                </a:lnTo>
                <a:lnTo>
                  <a:pt x="2181792" y="330102"/>
                </a:lnTo>
                <a:lnTo>
                  <a:pt x="2198928" y="336791"/>
                </a:lnTo>
                <a:lnTo>
                  <a:pt x="2216195" y="342917"/>
                </a:lnTo>
                <a:lnTo>
                  <a:pt x="2233914" y="347241"/>
                </a:lnTo>
                <a:lnTo>
                  <a:pt x="2251295" y="350029"/>
                </a:lnTo>
                <a:lnTo>
                  <a:pt x="2268689" y="352749"/>
                </a:lnTo>
                <a:lnTo>
                  <a:pt x="2286057" y="355607"/>
                </a:lnTo>
                <a:lnTo>
                  <a:pt x="2303362" y="358815"/>
                </a:lnTo>
                <a:lnTo>
                  <a:pt x="2335620" y="365714"/>
                </a:lnTo>
                <a:lnTo>
                  <a:pt x="2347945" y="369420"/>
                </a:lnTo>
                <a:lnTo>
                  <a:pt x="2351397" y="371995"/>
                </a:lnTo>
                <a:lnTo>
                  <a:pt x="2357034" y="375499"/>
                </a:lnTo>
                <a:lnTo>
                  <a:pt x="2375918" y="381993"/>
                </a:lnTo>
                <a:lnTo>
                  <a:pt x="2419109" y="393539"/>
                </a:lnTo>
                <a:lnTo>
                  <a:pt x="2442124" y="400411"/>
                </a:lnTo>
                <a:lnTo>
                  <a:pt x="2465051" y="408007"/>
                </a:lnTo>
                <a:lnTo>
                  <a:pt x="2488155" y="414157"/>
                </a:lnTo>
                <a:lnTo>
                  <a:pt x="2511706" y="416689"/>
                </a:lnTo>
                <a:lnTo>
                  <a:pt x="2546430" y="41668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3819584" y="6272276"/>
            <a:ext cx="1534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Variance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Large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Multi-</a:t>
            </a:r>
            <a:r>
              <a:rPr dirty="0"/>
              <a:t>Head</a:t>
            </a:r>
            <a:r>
              <a:rPr dirty="0" spc="45"/>
              <a:t> </a:t>
            </a:r>
            <a:r>
              <a:rPr dirty="0" spc="-20"/>
              <a:t>Self-</a:t>
            </a:r>
            <a:r>
              <a:rPr dirty="0" spc="-10"/>
              <a:t>Attention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996" y="3312166"/>
            <a:ext cx="5339606" cy="64222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10768" y="4454652"/>
            <a:ext cx="477075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latin typeface="Trebuchet MS"/>
                <a:cs typeface="Trebuchet MS"/>
              </a:rPr>
              <a:t>It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allows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model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jointly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attend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to </a:t>
            </a:r>
            <a:r>
              <a:rPr dirty="0" sz="2000">
                <a:latin typeface="Trebuchet MS"/>
                <a:cs typeface="Trebuchet MS"/>
              </a:rPr>
              <a:t>information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from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different </a:t>
            </a:r>
            <a:r>
              <a:rPr dirty="0" sz="2000">
                <a:latin typeface="Trebuchet MS"/>
                <a:cs typeface="Trebuchet MS"/>
              </a:rPr>
              <a:t>representation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subspaces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at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different positions</a:t>
            </a:r>
            <a:endParaRPr sz="2000">
              <a:latin typeface="Trebuchet MS"/>
              <a:cs typeface="Trebuchet MS"/>
            </a:endParaRPr>
          </a:p>
          <a:p>
            <a:pPr marL="755650" marR="579120" indent="-45720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ex)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i=1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: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word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class,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i=2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: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pronoun </a:t>
            </a:r>
            <a:r>
              <a:rPr dirty="0" sz="2000">
                <a:latin typeface="Trebuchet MS"/>
                <a:cs typeface="Trebuchet MS"/>
              </a:rPr>
              <a:t>i=3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: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singular/plural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2028" y="2619132"/>
            <a:ext cx="1987296" cy="2824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2028" y="1236412"/>
            <a:ext cx="1875536" cy="31699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2028" y="1721703"/>
            <a:ext cx="1897888" cy="28041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2028" y="2170418"/>
            <a:ext cx="1874012" cy="28041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0338" y="1282132"/>
            <a:ext cx="2911855" cy="22555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4335" y="1284767"/>
            <a:ext cx="2764941" cy="3857403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487130" y="5446759"/>
            <a:ext cx="750570" cy="313690"/>
            <a:chOff x="1487130" y="5446759"/>
            <a:chExt cx="750570" cy="313690"/>
          </a:xfrm>
        </p:grpSpPr>
        <p:sp>
          <p:nvSpPr>
            <p:cNvPr id="12" name="object 12" descr=""/>
            <p:cNvSpPr/>
            <p:nvPr/>
          </p:nvSpPr>
          <p:spPr>
            <a:xfrm>
              <a:off x="1499830" y="54594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2"/>
                  </a:lnTo>
                  <a:lnTo>
                    <a:pt x="14059" y="273940"/>
                  </a:lnTo>
                  <a:lnTo>
                    <a:pt x="29316" y="284227"/>
                  </a:lnTo>
                  <a:lnTo>
                    <a:pt x="48000" y="287999"/>
                  </a:lnTo>
                  <a:lnTo>
                    <a:pt x="676878" y="287999"/>
                  </a:lnTo>
                  <a:lnTo>
                    <a:pt x="695562" y="284227"/>
                  </a:lnTo>
                  <a:lnTo>
                    <a:pt x="710819" y="273940"/>
                  </a:lnTo>
                  <a:lnTo>
                    <a:pt x="721106" y="258682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99830" y="54594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97950" y="55072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19206" y="5446759"/>
            <a:ext cx="1235075" cy="648970"/>
            <a:chOff x="1819206" y="5446759"/>
            <a:chExt cx="1235075" cy="648970"/>
          </a:xfrm>
        </p:grpSpPr>
        <p:sp>
          <p:nvSpPr>
            <p:cNvPr id="16" name="object 16" descr=""/>
            <p:cNvSpPr/>
            <p:nvPr/>
          </p:nvSpPr>
          <p:spPr>
            <a:xfrm>
              <a:off x="1819206" y="5747459"/>
              <a:ext cx="86360" cy="348615"/>
            </a:xfrm>
            <a:custGeom>
              <a:avLst/>
              <a:gdLst/>
              <a:ahLst/>
              <a:cxnLst/>
              <a:rect l="l" t="t" r="r" b="b"/>
              <a:pathLst>
                <a:path w="86360" h="348614">
                  <a:moveTo>
                    <a:pt x="57240" y="71466"/>
                  </a:moveTo>
                  <a:lnTo>
                    <a:pt x="28665" y="71466"/>
                  </a:lnTo>
                  <a:lnTo>
                    <a:pt x="28636" y="85792"/>
                  </a:lnTo>
                  <a:lnTo>
                    <a:pt x="28512" y="119604"/>
                  </a:lnTo>
                  <a:lnTo>
                    <a:pt x="28242" y="158950"/>
                  </a:lnTo>
                  <a:lnTo>
                    <a:pt x="27890" y="174210"/>
                  </a:lnTo>
                  <a:lnTo>
                    <a:pt x="27775" y="177754"/>
                  </a:lnTo>
                  <a:lnTo>
                    <a:pt x="27410" y="216696"/>
                  </a:lnTo>
                  <a:lnTo>
                    <a:pt x="27240" y="254871"/>
                  </a:lnTo>
                  <a:lnTo>
                    <a:pt x="27084" y="348169"/>
                  </a:lnTo>
                  <a:lnTo>
                    <a:pt x="55659" y="348169"/>
                  </a:lnTo>
                  <a:lnTo>
                    <a:pt x="55731" y="284265"/>
                  </a:lnTo>
                  <a:lnTo>
                    <a:pt x="55815" y="254871"/>
                  </a:lnTo>
                  <a:lnTo>
                    <a:pt x="55986" y="216696"/>
                  </a:lnTo>
                  <a:lnTo>
                    <a:pt x="56359" y="177754"/>
                  </a:lnTo>
                  <a:lnTo>
                    <a:pt x="56540" y="174210"/>
                  </a:lnTo>
                  <a:lnTo>
                    <a:pt x="56658" y="170555"/>
                  </a:lnTo>
                  <a:lnTo>
                    <a:pt x="57087" y="119755"/>
                  </a:lnTo>
                  <a:lnTo>
                    <a:pt x="57211" y="85792"/>
                  </a:lnTo>
                  <a:lnTo>
                    <a:pt x="57240" y="71466"/>
                  </a:lnTo>
                  <a:close/>
                </a:path>
                <a:path w="86360" h="348614">
                  <a:moveTo>
                    <a:pt x="43064" y="0"/>
                  </a:moveTo>
                  <a:lnTo>
                    <a:pt x="0" y="85792"/>
                  </a:lnTo>
                  <a:lnTo>
                    <a:pt x="28636" y="85792"/>
                  </a:lnTo>
                  <a:lnTo>
                    <a:pt x="28665" y="71466"/>
                  </a:lnTo>
                  <a:lnTo>
                    <a:pt x="78657" y="71466"/>
                  </a:lnTo>
                  <a:lnTo>
                    <a:pt x="43064" y="0"/>
                  </a:lnTo>
                  <a:close/>
                </a:path>
                <a:path w="86360" h="348614">
                  <a:moveTo>
                    <a:pt x="78657" y="71466"/>
                  </a:moveTo>
                  <a:lnTo>
                    <a:pt x="57240" y="71466"/>
                  </a:lnTo>
                  <a:lnTo>
                    <a:pt x="57211" y="85792"/>
                  </a:lnTo>
                  <a:lnTo>
                    <a:pt x="85792" y="85792"/>
                  </a:lnTo>
                  <a:lnTo>
                    <a:pt x="78657" y="714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316260" y="54594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6" y="288000"/>
                  </a:lnTo>
                  <a:lnTo>
                    <a:pt x="695561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1" y="3772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316260" y="54594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414380" y="55072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59816" y="5193752"/>
            <a:ext cx="2061845" cy="902969"/>
            <a:chOff x="659816" y="5193752"/>
            <a:chExt cx="2061845" cy="902969"/>
          </a:xfrm>
        </p:grpSpPr>
        <p:sp>
          <p:nvSpPr>
            <p:cNvPr id="21" name="object 21" descr=""/>
            <p:cNvSpPr/>
            <p:nvPr/>
          </p:nvSpPr>
          <p:spPr>
            <a:xfrm>
              <a:off x="1819402" y="5193753"/>
              <a:ext cx="902335" cy="902969"/>
            </a:xfrm>
            <a:custGeom>
              <a:avLst/>
              <a:gdLst/>
              <a:ahLst/>
              <a:cxnLst/>
              <a:rect l="l" t="t" r="r" b="b"/>
              <a:pathLst>
                <a:path w="902335" h="902970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709"/>
                  </a:lnTo>
                  <a:lnTo>
                    <a:pt x="57150" y="265709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902335" h="902970">
                  <a:moveTo>
                    <a:pt x="859294" y="553707"/>
                  </a:moveTo>
                  <a:lnTo>
                    <a:pt x="777303" y="603351"/>
                  </a:lnTo>
                  <a:lnTo>
                    <a:pt x="799706" y="617474"/>
                  </a:lnTo>
                  <a:lnTo>
                    <a:pt x="795997" y="621880"/>
                  </a:lnTo>
                  <a:lnTo>
                    <a:pt x="752970" y="647700"/>
                  </a:lnTo>
                  <a:lnTo>
                    <a:pt x="697077" y="671537"/>
                  </a:lnTo>
                  <a:lnTo>
                    <a:pt x="632625" y="691007"/>
                  </a:lnTo>
                  <a:lnTo>
                    <a:pt x="562152" y="705015"/>
                  </a:lnTo>
                  <a:lnTo>
                    <a:pt x="488162" y="712508"/>
                  </a:lnTo>
                  <a:lnTo>
                    <a:pt x="410845" y="714540"/>
                  </a:lnTo>
                  <a:lnTo>
                    <a:pt x="372148" y="717524"/>
                  </a:lnTo>
                  <a:lnTo>
                    <a:pt x="334086" y="722325"/>
                  </a:lnTo>
                  <a:lnTo>
                    <a:pt x="260946" y="736854"/>
                  </a:lnTo>
                  <a:lnTo>
                    <a:pt x="193700" y="757174"/>
                  </a:lnTo>
                  <a:lnTo>
                    <a:pt x="134607" y="782396"/>
                  </a:lnTo>
                  <a:lnTo>
                    <a:pt x="85852" y="811834"/>
                  </a:lnTo>
                  <a:lnTo>
                    <a:pt x="50571" y="844130"/>
                  </a:lnTo>
                  <a:lnTo>
                    <a:pt x="30010" y="880833"/>
                  </a:lnTo>
                  <a:lnTo>
                    <a:pt x="26924" y="900836"/>
                  </a:lnTo>
                  <a:lnTo>
                    <a:pt x="55422" y="902906"/>
                  </a:lnTo>
                  <a:lnTo>
                    <a:pt x="56007" y="894753"/>
                  </a:lnTo>
                  <a:lnTo>
                    <a:pt x="56870" y="891146"/>
                  </a:lnTo>
                  <a:lnTo>
                    <a:pt x="57124" y="890066"/>
                  </a:lnTo>
                  <a:lnTo>
                    <a:pt x="57759" y="888580"/>
                  </a:lnTo>
                  <a:lnTo>
                    <a:pt x="62433" y="877544"/>
                  </a:lnTo>
                  <a:lnTo>
                    <a:pt x="62941" y="876325"/>
                  </a:lnTo>
                  <a:lnTo>
                    <a:pt x="63881" y="874966"/>
                  </a:lnTo>
                  <a:lnTo>
                    <a:pt x="71920" y="863384"/>
                  </a:lnTo>
                  <a:lnTo>
                    <a:pt x="72478" y="862571"/>
                  </a:lnTo>
                  <a:lnTo>
                    <a:pt x="72212" y="862799"/>
                  </a:lnTo>
                  <a:lnTo>
                    <a:pt x="72364" y="862571"/>
                  </a:lnTo>
                  <a:lnTo>
                    <a:pt x="73139" y="861631"/>
                  </a:lnTo>
                  <a:lnTo>
                    <a:pt x="72478" y="862571"/>
                  </a:lnTo>
                  <a:lnTo>
                    <a:pt x="73380" y="861631"/>
                  </a:lnTo>
                  <a:lnTo>
                    <a:pt x="103847" y="834021"/>
                  </a:lnTo>
                  <a:lnTo>
                    <a:pt x="148361" y="807440"/>
                  </a:lnTo>
                  <a:lnTo>
                    <a:pt x="204114" y="783793"/>
                  </a:lnTo>
                  <a:lnTo>
                    <a:pt x="268516" y="764413"/>
                  </a:lnTo>
                  <a:lnTo>
                    <a:pt x="338975" y="750468"/>
                  </a:lnTo>
                  <a:lnTo>
                    <a:pt x="413029" y="743038"/>
                  </a:lnTo>
                  <a:lnTo>
                    <a:pt x="488899" y="741070"/>
                  </a:lnTo>
                  <a:lnTo>
                    <a:pt x="527621" y="738124"/>
                  </a:lnTo>
                  <a:lnTo>
                    <a:pt x="565708" y="733361"/>
                  </a:lnTo>
                  <a:lnTo>
                    <a:pt x="638848" y="718896"/>
                  </a:lnTo>
                  <a:lnTo>
                    <a:pt x="705764" y="698754"/>
                  </a:lnTo>
                  <a:lnTo>
                    <a:pt x="764971" y="673633"/>
                  </a:lnTo>
                  <a:lnTo>
                    <a:pt x="814628" y="643826"/>
                  </a:lnTo>
                  <a:lnTo>
                    <a:pt x="824090" y="632866"/>
                  </a:lnTo>
                  <a:lnTo>
                    <a:pt x="849807" y="649084"/>
                  </a:lnTo>
                  <a:lnTo>
                    <a:pt x="854202" y="604939"/>
                  </a:lnTo>
                  <a:lnTo>
                    <a:pt x="859294" y="553707"/>
                  </a:lnTo>
                  <a:close/>
                </a:path>
                <a:path w="902335" h="902970">
                  <a:moveTo>
                    <a:pt x="902157" y="85725"/>
                  </a:moveTo>
                  <a:lnTo>
                    <a:pt x="895019" y="71437"/>
                  </a:lnTo>
                  <a:lnTo>
                    <a:pt x="859294" y="0"/>
                  </a:lnTo>
                  <a:lnTo>
                    <a:pt x="816432" y="85725"/>
                  </a:lnTo>
                  <a:lnTo>
                    <a:pt x="845007" y="85725"/>
                  </a:lnTo>
                  <a:lnTo>
                    <a:pt x="845007" y="265709"/>
                  </a:lnTo>
                  <a:lnTo>
                    <a:pt x="873582" y="265709"/>
                  </a:lnTo>
                  <a:lnTo>
                    <a:pt x="873582" y="85725"/>
                  </a:lnTo>
                  <a:lnTo>
                    <a:pt x="902157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72516" y="545945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2"/>
                  </a:lnTo>
                  <a:lnTo>
                    <a:pt x="14059" y="273940"/>
                  </a:lnTo>
                  <a:lnTo>
                    <a:pt x="29316" y="284227"/>
                  </a:lnTo>
                  <a:lnTo>
                    <a:pt x="48001" y="287999"/>
                  </a:lnTo>
                  <a:lnTo>
                    <a:pt x="676878" y="287999"/>
                  </a:lnTo>
                  <a:lnTo>
                    <a:pt x="695562" y="284227"/>
                  </a:lnTo>
                  <a:lnTo>
                    <a:pt x="710820" y="273940"/>
                  </a:lnTo>
                  <a:lnTo>
                    <a:pt x="721107" y="258682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72516" y="545945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70637" y="55072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81202" y="5204637"/>
            <a:ext cx="894080" cy="892175"/>
          </a:xfrm>
          <a:custGeom>
            <a:avLst/>
            <a:gdLst/>
            <a:ahLst/>
            <a:cxnLst/>
            <a:rect l="l" t="t" r="r" b="b"/>
            <a:pathLst>
              <a:path w="894080" h="892175">
                <a:moveTo>
                  <a:pt x="85725" y="85725"/>
                </a:moveTo>
                <a:lnTo>
                  <a:pt x="78574" y="71437"/>
                </a:lnTo>
                <a:lnTo>
                  <a:pt x="42862" y="0"/>
                </a:lnTo>
                <a:lnTo>
                  <a:pt x="0" y="85725"/>
                </a:lnTo>
                <a:lnTo>
                  <a:pt x="28575" y="85725"/>
                </a:lnTo>
                <a:lnTo>
                  <a:pt x="28575" y="265709"/>
                </a:lnTo>
                <a:lnTo>
                  <a:pt x="57150" y="265709"/>
                </a:lnTo>
                <a:lnTo>
                  <a:pt x="57150" y="85725"/>
                </a:lnTo>
                <a:lnTo>
                  <a:pt x="85725" y="85725"/>
                </a:lnTo>
                <a:close/>
              </a:path>
              <a:path w="894080" h="892175">
                <a:moveTo>
                  <a:pt x="882853" y="852004"/>
                </a:moveTo>
                <a:lnTo>
                  <a:pt x="882370" y="851141"/>
                </a:lnTo>
                <a:lnTo>
                  <a:pt x="882129" y="850798"/>
                </a:lnTo>
                <a:lnTo>
                  <a:pt x="870229" y="833793"/>
                </a:lnTo>
                <a:lnTo>
                  <a:pt x="834148" y="800912"/>
                </a:lnTo>
                <a:lnTo>
                  <a:pt x="784961" y="771486"/>
                </a:lnTo>
                <a:lnTo>
                  <a:pt x="725347" y="746277"/>
                </a:lnTo>
                <a:lnTo>
                  <a:pt x="657517" y="725970"/>
                </a:lnTo>
                <a:lnTo>
                  <a:pt x="583730" y="711428"/>
                </a:lnTo>
                <a:lnTo>
                  <a:pt x="545325" y="706640"/>
                </a:lnTo>
                <a:lnTo>
                  <a:pt x="506298" y="703656"/>
                </a:lnTo>
                <a:lnTo>
                  <a:pt x="428282" y="701624"/>
                </a:lnTo>
                <a:lnTo>
                  <a:pt x="390639" y="698754"/>
                </a:lnTo>
                <a:lnTo>
                  <a:pt x="317411" y="687870"/>
                </a:lnTo>
                <a:lnTo>
                  <a:pt x="248996" y="670991"/>
                </a:lnTo>
                <a:lnTo>
                  <a:pt x="187921" y="649185"/>
                </a:lnTo>
                <a:lnTo>
                  <a:pt x="136766" y="623608"/>
                </a:lnTo>
                <a:lnTo>
                  <a:pt x="119862" y="612508"/>
                </a:lnTo>
                <a:lnTo>
                  <a:pt x="117475" y="610946"/>
                </a:lnTo>
                <a:lnTo>
                  <a:pt x="118694" y="612381"/>
                </a:lnTo>
                <a:lnTo>
                  <a:pt x="118808" y="612508"/>
                </a:lnTo>
                <a:lnTo>
                  <a:pt x="118656" y="612381"/>
                </a:lnTo>
                <a:lnTo>
                  <a:pt x="117475" y="610946"/>
                </a:lnTo>
                <a:lnTo>
                  <a:pt x="116509" y="609803"/>
                </a:lnTo>
                <a:lnTo>
                  <a:pt x="113588" y="606374"/>
                </a:lnTo>
                <a:lnTo>
                  <a:pt x="133273" y="593864"/>
                </a:lnTo>
                <a:lnTo>
                  <a:pt x="135902" y="592201"/>
                </a:lnTo>
                <a:lnTo>
                  <a:pt x="53746" y="542823"/>
                </a:lnTo>
                <a:lnTo>
                  <a:pt x="63538" y="638162"/>
                </a:lnTo>
                <a:lnTo>
                  <a:pt x="89230" y="621842"/>
                </a:lnTo>
                <a:lnTo>
                  <a:pt x="97929" y="632066"/>
                </a:lnTo>
                <a:lnTo>
                  <a:pt x="149034" y="662762"/>
                </a:lnTo>
                <a:lnTo>
                  <a:pt x="208711" y="687870"/>
                </a:lnTo>
                <a:lnTo>
                  <a:pt x="276263" y="708012"/>
                </a:lnTo>
                <a:lnTo>
                  <a:pt x="350050" y="722477"/>
                </a:lnTo>
                <a:lnTo>
                  <a:pt x="388480" y="727240"/>
                </a:lnTo>
                <a:lnTo>
                  <a:pt x="427545" y="730186"/>
                </a:lnTo>
                <a:lnTo>
                  <a:pt x="504126" y="732155"/>
                </a:lnTo>
                <a:lnTo>
                  <a:pt x="541794" y="734999"/>
                </a:lnTo>
                <a:lnTo>
                  <a:pt x="615048" y="745820"/>
                </a:lnTo>
                <a:lnTo>
                  <a:pt x="683437" y="762622"/>
                </a:lnTo>
                <a:lnTo>
                  <a:pt x="744410" y="784301"/>
                </a:lnTo>
                <a:lnTo>
                  <a:pt x="795362" y="809625"/>
                </a:lnTo>
                <a:lnTo>
                  <a:pt x="833640" y="837018"/>
                </a:lnTo>
                <a:lnTo>
                  <a:pt x="847902" y="851725"/>
                </a:lnTo>
                <a:lnTo>
                  <a:pt x="847255" y="850798"/>
                </a:lnTo>
                <a:lnTo>
                  <a:pt x="848245" y="852004"/>
                </a:lnTo>
                <a:lnTo>
                  <a:pt x="882853" y="852004"/>
                </a:lnTo>
                <a:close/>
              </a:path>
              <a:path w="894080" h="892175">
                <a:moveTo>
                  <a:pt x="893622" y="889939"/>
                </a:moveTo>
                <a:lnTo>
                  <a:pt x="893025" y="881786"/>
                </a:lnTo>
                <a:lnTo>
                  <a:pt x="892721" y="880300"/>
                </a:lnTo>
                <a:lnTo>
                  <a:pt x="892187" y="877722"/>
                </a:lnTo>
                <a:lnTo>
                  <a:pt x="890778" y="870775"/>
                </a:lnTo>
                <a:lnTo>
                  <a:pt x="890498" y="869911"/>
                </a:lnTo>
                <a:lnTo>
                  <a:pt x="889127" y="866711"/>
                </a:lnTo>
                <a:lnTo>
                  <a:pt x="888034" y="864133"/>
                </a:lnTo>
                <a:lnTo>
                  <a:pt x="883081" y="852551"/>
                </a:lnTo>
                <a:lnTo>
                  <a:pt x="848702" y="852551"/>
                </a:lnTo>
                <a:lnTo>
                  <a:pt x="848487" y="852551"/>
                </a:lnTo>
                <a:lnTo>
                  <a:pt x="857542" y="865492"/>
                </a:lnTo>
                <a:lnTo>
                  <a:pt x="863396" y="879221"/>
                </a:lnTo>
                <a:lnTo>
                  <a:pt x="863041" y="877722"/>
                </a:lnTo>
                <a:lnTo>
                  <a:pt x="863866" y="880300"/>
                </a:lnTo>
                <a:lnTo>
                  <a:pt x="863396" y="879221"/>
                </a:lnTo>
                <a:lnTo>
                  <a:pt x="864527" y="883881"/>
                </a:lnTo>
                <a:lnTo>
                  <a:pt x="865124" y="892035"/>
                </a:lnTo>
                <a:lnTo>
                  <a:pt x="893622" y="889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66206" y="6055867"/>
            <a:ext cx="1496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r>
              <a:rPr dirty="0" baseline="-20061" sz="2700" spc="-15">
                <a:latin typeface="Gulim"/>
                <a:cs typeface="Gulim"/>
              </a:rPr>
              <a:t>Input</a:t>
            </a:r>
            <a:endParaRPr baseline="-20061" sz="2700">
              <a:latin typeface="Gulim"/>
              <a:cs typeface="Guli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40366" y="4976367"/>
            <a:ext cx="2489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1604" y="4898135"/>
            <a:ext cx="5549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sz="1100" b="1" i="1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74612" y="4928616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251472" y="4976367"/>
            <a:ext cx="2489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992709" y="4898135"/>
            <a:ext cx="5549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sz="1100" b="1" i="1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dirty="0" sz="1100" spc="-5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12663" y="3659681"/>
            <a:ext cx="628650" cy="307975"/>
          </a:xfrm>
          <a:custGeom>
            <a:avLst/>
            <a:gdLst/>
            <a:ahLst/>
            <a:cxnLst/>
            <a:rect l="l" t="t" r="r" b="b"/>
            <a:pathLst>
              <a:path w="628650" h="307975">
                <a:moveTo>
                  <a:pt x="628248" y="0"/>
                </a:moveTo>
                <a:lnTo>
                  <a:pt x="0" y="0"/>
                </a:lnTo>
                <a:lnTo>
                  <a:pt x="0" y="307777"/>
                </a:lnTo>
                <a:lnTo>
                  <a:pt x="628248" y="307777"/>
                </a:lnTo>
                <a:lnTo>
                  <a:pt x="6282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366003" y="3692652"/>
            <a:ext cx="5162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400" spc="-4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8518" sz="1350" spc="-37" b="1" i="1">
                <a:solidFill>
                  <a:srgbClr val="C0504D"/>
                </a:solidFill>
                <a:latin typeface="Times New Roman"/>
                <a:cs typeface="Times New Roman"/>
              </a:rPr>
              <a:t>v</a:t>
            </a:r>
            <a:r>
              <a:rPr dirty="0" sz="1400" spc="-25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34" name="object 34" descr=""/>
          <p:cNvSpPr txBox="1"/>
          <p:nvPr/>
        </p:nvSpPr>
        <p:spPr>
          <a:xfrm>
            <a:off x="1201498" y="3656212"/>
            <a:ext cx="573405" cy="277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99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7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200" spc="-37" b="1" i="1">
                <a:solidFill>
                  <a:srgbClr val="C0504D"/>
                </a:solidFill>
                <a:latin typeface="Times New Roman"/>
                <a:cs typeface="Times New Roman"/>
              </a:rPr>
              <a:t>k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084612" y="3656212"/>
            <a:ext cx="573405" cy="277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9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7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200" spc="-37" b="1" i="1">
                <a:solidFill>
                  <a:srgbClr val="C0504D"/>
                </a:solidFill>
                <a:latin typeface="Times New Roman"/>
                <a:cs typeface="Times New Roman"/>
              </a:rPr>
              <a:t>k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57552" y="2728425"/>
            <a:ext cx="567055" cy="277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5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200" spc="-37" b="1" i="1">
                <a:solidFill>
                  <a:srgbClr val="C0504D"/>
                </a:solidFill>
                <a:latin typeface="Times New Roman"/>
                <a:cs typeface="Times New Roman"/>
              </a:rPr>
              <a:t>v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77096" y="1601723"/>
            <a:ext cx="78486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4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400" spc="-4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8518" sz="13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4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90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dirty="0" sz="14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4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 i="1">
                <a:solidFill>
                  <a:srgbClr val="C0504D"/>
                </a:solidFill>
                <a:latin typeface="Times New Roman"/>
                <a:cs typeface="Times New Roman"/>
              </a:rPr>
              <a:t>hd</a:t>
            </a:r>
            <a:r>
              <a:rPr dirty="0" baseline="-18518" sz="1350" spc="-30" b="1" i="1">
                <a:solidFill>
                  <a:srgbClr val="C0504D"/>
                </a:solidFill>
                <a:latin typeface="Times New Roman"/>
                <a:cs typeface="Times New Roman"/>
              </a:rPr>
              <a:t>v</a:t>
            </a:r>
            <a:r>
              <a:rPr dirty="0" sz="1400" spc="-2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</a:t>
            </a:r>
            <a:r>
              <a:rPr dirty="0" spc="-85"/>
              <a:t> </a:t>
            </a:r>
            <a:r>
              <a:rPr dirty="0"/>
              <a:t>Zoom</a:t>
            </a:r>
            <a:r>
              <a:rPr dirty="0" spc="-80"/>
              <a:t> </a:t>
            </a:r>
            <a:r>
              <a:rPr dirty="0" spc="-25"/>
              <a:t>In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87510" y="1677765"/>
            <a:ext cx="5008880" cy="4309110"/>
            <a:chOff x="387510" y="1677765"/>
            <a:chExt cx="5008880" cy="43091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510" y="1677765"/>
              <a:ext cx="2339072" cy="430905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8080" y="1970634"/>
              <a:ext cx="2067715" cy="288469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945413" y="5092608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506192" y="0"/>
                  </a:moveTo>
                  <a:lnTo>
                    <a:pt x="35896" y="0"/>
                  </a:lnTo>
                  <a:lnTo>
                    <a:pt x="21924" y="2820"/>
                  </a:lnTo>
                  <a:lnTo>
                    <a:pt x="10514" y="10514"/>
                  </a:lnTo>
                  <a:lnTo>
                    <a:pt x="2820" y="21924"/>
                  </a:lnTo>
                  <a:lnTo>
                    <a:pt x="0" y="35896"/>
                  </a:lnTo>
                  <a:lnTo>
                    <a:pt x="0" y="179480"/>
                  </a:lnTo>
                  <a:lnTo>
                    <a:pt x="2820" y="193452"/>
                  </a:lnTo>
                  <a:lnTo>
                    <a:pt x="10514" y="204862"/>
                  </a:lnTo>
                  <a:lnTo>
                    <a:pt x="21924" y="212555"/>
                  </a:lnTo>
                  <a:lnTo>
                    <a:pt x="35896" y="215376"/>
                  </a:lnTo>
                  <a:lnTo>
                    <a:pt x="506192" y="215376"/>
                  </a:lnTo>
                  <a:lnTo>
                    <a:pt x="520165" y="212555"/>
                  </a:lnTo>
                  <a:lnTo>
                    <a:pt x="531575" y="204862"/>
                  </a:lnTo>
                  <a:lnTo>
                    <a:pt x="539268" y="193452"/>
                  </a:lnTo>
                  <a:lnTo>
                    <a:pt x="542089" y="179480"/>
                  </a:lnTo>
                  <a:lnTo>
                    <a:pt x="542089" y="35896"/>
                  </a:lnTo>
                  <a:lnTo>
                    <a:pt x="539268" y="21924"/>
                  </a:lnTo>
                  <a:lnTo>
                    <a:pt x="531575" y="10514"/>
                  </a:lnTo>
                  <a:lnTo>
                    <a:pt x="520165" y="2820"/>
                  </a:lnTo>
                  <a:lnTo>
                    <a:pt x="5061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45413" y="5092608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0" y="35896"/>
                  </a:moveTo>
                  <a:lnTo>
                    <a:pt x="2820" y="21924"/>
                  </a:lnTo>
                  <a:lnTo>
                    <a:pt x="10513" y="10513"/>
                  </a:lnTo>
                  <a:lnTo>
                    <a:pt x="21924" y="2820"/>
                  </a:lnTo>
                  <a:lnTo>
                    <a:pt x="35896" y="0"/>
                  </a:lnTo>
                  <a:lnTo>
                    <a:pt x="506192" y="0"/>
                  </a:lnTo>
                  <a:lnTo>
                    <a:pt x="520164" y="2820"/>
                  </a:lnTo>
                  <a:lnTo>
                    <a:pt x="531575" y="10513"/>
                  </a:lnTo>
                  <a:lnTo>
                    <a:pt x="539268" y="21924"/>
                  </a:lnTo>
                  <a:lnTo>
                    <a:pt x="542089" y="35896"/>
                  </a:lnTo>
                  <a:lnTo>
                    <a:pt x="542089" y="179479"/>
                  </a:lnTo>
                  <a:lnTo>
                    <a:pt x="539268" y="193452"/>
                  </a:lnTo>
                  <a:lnTo>
                    <a:pt x="531575" y="204862"/>
                  </a:lnTo>
                  <a:lnTo>
                    <a:pt x="520164" y="212555"/>
                  </a:lnTo>
                  <a:lnTo>
                    <a:pt x="506192" y="215376"/>
                  </a:lnTo>
                  <a:lnTo>
                    <a:pt x="35896" y="215376"/>
                  </a:lnTo>
                  <a:lnTo>
                    <a:pt x="21924" y="212555"/>
                  </a:lnTo>
                  <a:lnTo>
                    <a:pt x="10513" y="204862"/>
                  </a:lnTo>
                  <a:lnTo>
                    <a:pt x="2820" y="193452"/>
                  </a:lnTo>
                  <a:lnTo>
                    <a:pt x="0" y="179479"/>
                  </a:lnTo>
                  <a:lnTo>
                    <a:pt x="0" y="358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041833" y="5137268"/>
            <a:ext cx="3492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10" b="1">
                <a:latin typeface="Gulim"/>
                <a:cs typeface="Gulim"/>
              </a:rPr>
              <a:t>Linear</a:t>
            </a:r>
            <a:endParaRPr sz="850">
              <a:latin typeface="Gulim"/>
              <a:cs typeface="Guli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22888" y="5602223"/>
            <a:ext cx="3409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ulim"/>
                <a:cs typeface="Gulim"/>
              </a:rPr>
              <a:t>Input</a:t>
            </a:r>
            <a:endParaRPr sz="1100">
              <a:latin typeface="Gulim"/>
              <a:cs typeface="Guli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71469" y="5079908"/>
            <a:ext cx="939800" cy="488950"/>
            <a:chOff x="4171469" y="5079908"/>
            <a:chExt cx="939800" cy="488950"/>
          </a:xfrm>
        </p:grpSpPr>
        <p:sp>
          <p:nvSpPr>
            <p:cNvPr id="11" name="object 11" descr=""/>
            <p:cNvSpPr/>
            <p:nvPr/>
          </p:nvSpPr>
          <p:spPr>
            <a:xfrm>
              <a:off x="4171469" y="5307985"/>
              <a:ext cx="85725" cy="260985"/>
            </a:xfrm>
            <a:custGeom>
              <a:avLst/>
              <a:gdLst/>
              <a:ahLst/>
              <a:cxnLst/>
              <a:rect l="l" t="t" r="r" b="b"/>
              <a:pathLst>
                <a:path w="85725" h="260985">
                  <a:moveTo>
                    <a:pt x="25416" y="122250"/>
                  </a:moveTo>
                  <a:lnTo>
                    <a:pt x="18173" y="170176"/>
                  </a:lnTo>
                  <a:lnTo>
                    <a:pt x="16475" y="212277"/>
                  </a:lnTo>
                  <a:lnTo>
                    <a:pt x="15834" y="260267"/>
                  </a:lnTo>
                  <a:lnTo>
                    <a:pt x="44408" y="260464"/>
                  </a:lnTo>
                  <a:lnTo>
                    <a:pt x="44575" y="236181"/>
                  </a:lnTo>
                  <a:lnTo>
                    <a:pt x="45044" y="212850"/>
                  </a:lnTo>
                  <a:lnTo>
                    <a:pt x="46715" y="171554"/>
                  </a:lnTo>
                  <a:lnTo>
                    <a:pt x="49346" y="140670"/>
                  </a:lnTo>
                  <a:lnTo>
                    <a:pt x="47311" y="140670"/>
                  </a:lnTo>
                  <a:lnTo>
                    <a:pt x="50477" y="135249"/>
                  </a:lnTo>
                  <a:lnTo>
                    <a:pt x="51395" y="135249"/>
                  </a:lnTo>
                  <a:lnTo>
                    <a:pt x="52560" y="131578"/>
                  </a:lnTo>
                  <a:lnTo>
                    <a:pt x="53617" y="126610"/>
                  </a:lnTo>
                  <a:lnTo>
                    <a:pt x="53841" y="125116"/>
                  </a:lnTo>
                  <a:lnTo>
                    <a:pt x="24631" y="125116"/>
                  </a:lnTo>
                  <a:lnTo>
                    <a:pt x="25322" y="122939"/>
                  </a:lnTo>
                  <a:lnTo>
                    <a:pt x="25416" y="122250"/>
                  </a:lnTo>
                  <a:close/>
                </a:path>
                <a:path w="85725" h="260985">
                  <a:moveTo>
                    <a:pt x="50156" y="135798"/>
                  </a:moveTo>
                  <a:lnTo>
                    <a:pt x="47311" y="140670"/>
                  </a:lnTo>
                  <a:lnTo>
                    <a:pt x="49747" y="138055"/>
                  </a:lnTo>
                  <a:lnTo>
                    <a:pt x="50156" y="135798"/>
                  </a:lnTo>
                  <a:close/>
                </a:path>
                <a:path w="85725" h="260985">
                  <a:moveTo>
                    <a:pt x="49747" y="138055"/>
                  </a:moveTo>
                  <a:lnTo>
                    <a:pt x="47311" y="140670"/>
                  </a:lnTo>
                  <a:lnTo>
                    <a:pt x="49346" y="140670"/>
                  </a:lnTo>
                  <a:lnTo>
                    <a:pt x="49639" y="138593"/>
                  </a:lnTo>
                  <a:lnTo>
                    <a:pt x="49747" y="138055"/>
                  </a:lnTo>
                  <a:close/>
                </a:path>
                <a:path w="85725" h="260985">
                  <a:moveTo>
                    <a:pt x="51395" y="135249"/>
                  </a:moveTo>
                  <a:lnTo>
                    <a:pt x="50477" y="135249"/>
                  </a:lnTo>
                  <a:lnTo>
                    <a:pt x="50156" y="135798"/>
                  </a:lnTo>
                  <a:lnTo>
                    <a:pt x="49825" y="137626"/>
                  </a:lnTo>
                  <a:lnTo>
                    <a:pt x="49747" y="138055"/>
                  </a:lnTo>
                  <a:lnTo>
                    <a:pt x="50147" y="137626"/>
                  </a:lnTo>
                  <a:lnTo>
                    <a:pt x="51215" y="135798"/>
                  </a:lnTo>
                  <a:lnTo>
                    <a:pt x="51395" y="135249"/>
                  </a:lnTo>
                  <a:close/>
                </a:path>
                <a:path w="85725" h="260985">
                  <a:moveTo>
                    <a:pt x="27797" y="119696"/>
                  </a:moveTo>
                  <a:lnTo>
                    <a:pt x="25416" y="122250"/>
                  </a:lnTo>
                  <a:lnTo>
                    <a:pt x="25322" y="122939"/>
                  </a:lnTo>
                  <a:lnTo>
                    <a:pt x="24631" y="125116"/>
                  </a:lnTo>
                  <a:lnTo>
                    <a:pt x="27797" y="119696"/>
                  </a:lnTo>
                  <a:close/>
                </a:path>
                <a:path w="85725" h="260985">
                  <a:moveTo>
                    <a:pt x="54574" y="119696"/>
                  </a:moveTo>
                  <a:lnTo>
                    <a:pt x="27797" y="119696"/>
                  </a:lnTo>
                  <a:lnTo>
                    <a:pt x="24631" y="125116"/>
                  </a:lnTo>
                  <a:lnTo>
                    <a:pt x="53841" y="125116"/>
                  </a:lnTo>
                  <a:lnTo>
                    <a:pt x="54434" y="120971"/>
                  </a:lnTo>
                  <a:lnTo>
                    <a:pt x="54574" y="119696"/>
                  </a:lnTo>
                  <a:close/>
                </a:path>
                <a:path w="85725" h="260985">
                  <a:moveTo>
                    <a:pt x="28503" y="85340"/>
                  </a:moveTo>
                  <a:lnTo>
                    <a:pt x="25416" y="122250"/>
                  </a:lnTo>
                  <a:lnTo>
                    <a:pt x="27797" y="119696"/>
                  </a:lnTo>
                  <a:lnTo>
                    <a:pt x="54574" y="119696"/>
                  </a:lnTo>
                  <a:lnTo>
                    <a:pt x="55129" y="114645"/>
                  </a:lnTo>
                  <a:lnTo>
                    <a:pt x="55772" y="107414"/>
                  </a:lnTo>
                  <a:lnTo>
                    <a:pt x="56920" y="90463"/>
                  </a:lnTo>
                  <a:lnTo>
                    <a:pt x="57032" y="86767"/>
                  </a:lnTo>
                  <a:lnTo>
                    <a:pt x="57054" y="86052"/>
                  </a:lnTo>
                  <a:lnTo>
                    <a:pt x="28503" y="85340"/>
                  </a:lnTo>
                  <a:close/>
                </a:path>
                <a:path w="85725" h="260985">
                  <a:moveTo>
                    <a:pt x="78295" y="70989"/>
                  </a:moveTo>
                  <a:lnTo>
                    <a:pt x="28924" y="70989"/>
                  </a:lnTo>
                  <a:lnTo>
                    <a:pt x="57486" y="71841"/>
                  </a:lnTo>
                  <a:lnTo>
                    <a:pt x="57097" y="84628"/>
                  </a:lnTo>
                  <a:lnTo>
                    <a:pt x="57054" y="86052"/>
                  </a:lnTo>
                  <a:lnTo>
                    <a:pt x="85698" y="86767"/>
                  </a:lnTo>
                  <a:lnTo>
                    <a:pt x="78295" y="70989"/>
                  </a:lnTo>
                  <a:close/>
                </a:path>
                <a:path w="85725" h="260985">
                  <a:moveTo>
                    <a:pt x="28924" y="70989"/>
                  </a:moveTo>
                  <a:lnTo>
                    <a:pt x="28524" y="84628"/>
                  </a:lnTo>
                  <a:lnTo>
                    <a:pt x="28503" y="85340"/>
                  </a:lnTo>
                  <a:lnTo>
                    <a:pt x="57054" y="86052"/>
                  </a:lnTo>
                  <a:lnTo>
                    <a:pt x="57486" y="71841"/>
                  </a:lnTo>
                  <a:lnTo>
                    <a:pt x="28924" y="70989"/>
                  </a:lnTo>
                  <a:close/>
                </a:path>
                <a:path w="85725" h="260985">
                  <a:moveTo>
                    <a:pt x="44988" y="0"/>
                  </a:moveTo>
                  <a:lnTo>
                    <a:pt x="0" y="84628"/>
                  </a:lnTo>
                  <a:lnTo>
                    <a:pt x="28503" y="85340"/>
                  </a:lnTo>
                  <a:lnTo>
                    <a:pt x="28899" y="71841"/>
                  </a:lnTo>
                  <a:lnTo>
                    <a:pt x="28924" y="70989"/>
                  </a:lnTo>
                  <a:lnTo>
                    <a:pt x="78295" y="70989"/>
                  </a:lnTo>
                  <a:lnTo>
                    <a:pt x="449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55967" y="5092608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506191" y="0"/>
                  </a:moveTo>
                  <a:lnTo>
                    <a:pt x="35896" y="0"/>
                  </a:lnTo>
                  <a:lnTo>
                    <a:pt x="21923" y="2820"/>
                  </a:lnTo>
                  <a:lnTo>
                    <a:pt x="10513" y="10514"/>
                  </a:lnTo>
                  <a:lnTo>
                    <a:pt x="2820" y="21924"/>
                  </a:lnTo>
                  <a:lnTo>
                    <a:pt x="0" y="35896"/>
                  </a:lnTo>
                  <a:lnTo>
                    <a:pt x="0" y="179480"/>
                  </a:lnTo>
                  <a:lnTo>
                    <a:pt x="2820" y="193452"/>
                  </a:lnTo>
                  <a:lnTo>
                    <a:pt x="10513" y="204862"/>
                  </a:lnTo>
                  <a:lnTo>
                    <a:pt x="21923" y="212555"/>
                  </a:lnTo>
                  <a:lnTo>
                    <a:pt x="35896" y="215376"/>
                  </a:lnTo>
                  <a:lnTo>
                    <a:pt x="506191" y="215376"/>
                  </a:lnTo>
                  <a:lnTo>
                    <a:pt x="520164" y="212555"/>
                  </a:lnTo>
                  <a:lnTo>
                    <a:pt x="531574" y="204862"/>
                  </a:lnTo>
                  <a:lnTo>
                    <a:pt x="539267" y="193452"/>
                  </a:lnTo>
                  <a:lnTo>
                    <a:pt x="542088" y="179480"/>
                  </a:lnTo>
                  <a:lnTo>
                    <a:pt x="542088" y="35896"/>
                  </a:lnTo>
                  <a:lnTo>
                    <a:pt x="539267" y="21924"/>
                  </a:lnTo>
                  <a:lnTo>
                    <a:pt x="531574" y="10514"/>
                  </a:lnTo>
                  <a:lnTo>
                    <a:pt x="520164" y="2820"/>
                  </a:lnTo>
                  <a:lnTo>
                    <a:pt x="50619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55967" y="5092608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0" y="35896"/>
                  </a:moveTo>
                  <a:lnTo>
                    <a:pt x="2820" y="21924"/>
                  </a:lnTo>
                  <a:lnTo>
                    <a:pt x="10513" y="10513"/>
                  </a:lnTo>
                  <a:lnTo>
                    <a:pt x="21924" y="2820"/>
                  </a:lnTo>
                  <a:lnTo>
                    <a:pt x="35896" y="0"/>
                  </a:lnTo>
                  <a:lnTo>
                    <a:pt x="506192" y="0"/>
                  </a:lnTo>
                  <a:lnTo>
                    <a:pt x="520164" y="2820"/>
                  </a:lnTo>
                  <a:lnTo>
                    <a:pt x="531575" y="10513"/>
                  </a:lnTo>
                  <a:lnTo>
                    <a:pt x="539268" y="21924"/>
                  </a:lnTo>
                  <a:lnTo>
                    <a:pt x="542089" y="35896"/>
                  </a:lnTo>
                  <a:lnTo>
                    <a:pt x="542089" y="179479"/>
                  </a:lnTo>
                  <a:lnTo>
                    <a:pt x="539268" y="193452"/>
                  </a:lnTo>
                  <a:lnTo>
                    <a:pt x="531575" y="204862"/>
                  </a:lnTo>
                  <a:lnTo>
                    <a:pt x="520164" y="212555"/>
                  </a:lnTo>
                  <a:lnTo>
                    <a:pt x="506192" y="215376"/>
                  </a:lnTo>
                  <a:lnTo>
                    <a:pt x="35896" y="215376"/>
                  </a:lnTo>
                  <a:lnTo>
                    <a:pt x="21924" y="212555"/>
                  </a:lnTo>
                  <a:lnTo>
                    <a:pt x="10513" y="204862"/>
                  </a:lnTo>
                  <a:lnTo>
                    <a:pt x="2820" y="193452"/>
                  </a:lnTo>
                  <a:lnTo>
                    <a:pt x="0" y="179479"/>
                  </a:lnTo>
                  <a:lnTo>
                    <a:pt x="0" y="358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652385" y="5137268"/>
            <a:ext cx="3492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10" b="1">
                <a:latin typeface="Gulim"/>
                <a:cs typeface="Gulim"/>
              </a:rPr>
              <a:t>Linear</a:t>
            </a:r>
            <a:endParaRPr sz="850">
              <a:latin typeface="Gulim"/>
              <a:cs typeface="Guli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314020" y="4893904"/>
            <a:ext cx="1556385" cy="676910"/>
            <a:chOff x="3314020" y="4893904"/>
            <a:chExt cx="1556385" cy="676910"/>
          </a:xfrm>
        </p:grpSpPr>
        <p:sp>
          <p:nvSpPr>
            <p:cNvPr id="16" name="object 16" descr=""/>
            <p:cNvSpPr/>
            <p:nvPr/>
          </p:nvSpPr>
          <p:spPr>
            <a:xfrm>
              <a:off x="4187456" y="5307985"/>
              <a:ext cx="640080" cy="262890"/>
            </a:xfrm>
            <a:custGeom>
              <a:avLst/>
              <a:gdLst/>
              <a:ahLst/>
              <a:cxnLst/>
              <a:rect l="l" t="t" r="r" b="b"/>
              <a:pathLst>
                <a:path w="640079" h="262889">
                  <a:moveTo>
                    <a:pt x="573038" y="58307"/>
                  </a:moveTo>
                  <a:lnTo>
                    <a:pt x="536723" y="76158"/>
                  </a:lnTo>
                  <a:lnTo>
                    <a:pt x="490791" y="92356"/>
                  </a:lnTo>
                  <a:lnTo>
                    <a:pt x="439270" y="104909"/>
                  </a:lnTo>
                  <a:lnTo>
                    <a:pt x="384105" y="113010"/>
                  </a:lnTo>
                  <a:lnTo>
                    <a:pt x="296499" y="116682"/>
                  </a:lnTo>
                  <a:lnTo>
                    <a:pt x="266776" y="118925"/>
                  </a:lnTo>
                  <a:lnTo>
                    <a:pt x="208973" y="127411"/>
                  </a:lnTo>
                  <a:lnTo>
                    <a:pt x="154802" y="140613"/>
                  </a:lnTo>
                  <a:lnTo>
                    <a:pt x="105966" y="157848"/>
                  </a:lnTo>
                  <a:lnTo>
                    <a:pt x="64108" y="178563"/>
                  </a:lnTo>
                  <a:lnTo>
                    <a:pt x="30792" y="202576"/>
                  </a:lnTo>
                  <a:lnTo>
                    <a:pt x="2319" y="243653"/>
                  </a:lnTo>
                  <a:lnTo>
                    <a:pt x="0" y="258284"/>
                  </a:lnTo>
                  <a:lnTo>
                    <a:pt x="28270" y="262446"/>
                  </a:lnTo>
                  <a:lnTo>
                    <a:pt x="29536" y="253847"/>
                  </a:lnTo>
                  <a:lnTo>
                    <a:pt x="29043" y="253847"/>
                  </a:lnTo>
                  <a:lnTo>
                    <a:pt x="30064" y="250257"/>
                  </a:lnTo>
                  <a:lnTo>
                    <a:pt x="30596" y="250257"/>
                  </a:lnTo>
                  <a:lnTo>
                    <a:pt x="33153" y="244345"/>
                  </a:lnTo>
                  <a:lnTo>
                    <a:pt x="32815" y="244345"/>
                  </a:lnTo>
                  <a:lnTo>
                    <a:pt x="33306" y="243653"/>
                  </a:lnTo>
                  <a:lnTo>
                    <a:pt x="33503" y="243123"/>
                  </a:lnTo>
                  <a:lnTo>
                    <a:pt x="34273" y="241754"/>
                  </a:lnTo>
                  <a:lnTo>
                    <a:pt x="34651" y="241754"/>
                  </a:lnTo>
                  <a:lnTo>
                    <a:pt x="40010" y="234194"/>
                  </a:lnTo>
                  <a:lnTo>
                    <a:pt x="39786" y="234194"/>
                  </a:lnTo>
                  <a:lnTo>
                    <a:pt x="40588" y="233378"/>
                  </a:lnTo>
                  <a:lnTo>
                    <a:pt x="41252" y="232441"/>
                  </a:lnTo>
                  <a:lnTo>
                    <a:pt x="41508" y="232441"/>
                  </a:lnTo>
                  <a:lnTo>
                    <a:pt x="51200" y="222577"/>
                  </a:lnTo>
                  <a:lnTo>
                    <a:pt x="64051" y="212521"/>
                  </a:lnTo>
                  <a:lnTo>
                    <a:pt x="97582" y="192971"/>
                  </a:lnTo>
                  <a:lnTo>
                    <a:pt x="139832" y="175451"/>
                  </a:lnTo>
                  <a:lnTo>
                    <a:pt x="188742" y="161063"/>
                  </a:lnTo>
                  <a:lnTo>
                    <a:pt x="242324" y="150703"/>
                  </a:lnTo>
                  <a:lnTo>
                    <a:pt x="298634" y="145177"/>
                  </a:lnTo>
                  <a:lnTo>
                    <a:pt x="356487" y="143718"/>
                  </a:lnTo>
                  <a:lnTo>
                    <a:pt x="386241" y="141505"/>
                  </a:lnTo>
                  <a:lnTo>
                    <a:pt x="444066" y="133079"/>
                  </a:lnTo>
                  <a:lnTo>
                    <a:pt x="498207" y="119952"/>
                  </a:lnTo>
                  <a:lnTo>
                    <a:pt x="546943" y="102843"/>
                  </a:lnTo>
                  <a:lnTo>
                    <a:pt x="589942" y="81659"/>
                  </a:lnTo>
                  <a:lnTo>
                    <a:pt x="596382" y="75213"/>
                  </a:lnTo>
                  <a:lnTo>
                    <a:pt x="577263" y="59973"/>
                  </a:lnTo>
                  <a:lnTo>
                    <a:pt x="571461" y="59973"/>
                  </a:lnTo>
                  <a:lnTo>
                    <a:pt x="573038" y="58307"/>
                  </a:lnTo>
                  <a:close/>
                </a:path>
                <a:path w="640079" h="262889">
                  <a:moveTo>
                    <a:pt x="30064" y="250257"/>
                  </a:moveTo>
                  <a:lnTo>
                    <a:pt x="29043" y="253847"/>
                  </a:lnTo>
                  <a:lnTo>
                    <a:pt x="29790" y="252120"/>
                  </a:lnTo>
                  <a:lnTo>
                    <a:pt x="30064" y="250257"/>
                  </a:lnTo>
                  <a:close/>
                </a:path>
                <a:path w="640079" h="262889">
                  <a:moveTo>
                    <a:pt x="29790" y="252120"/>
                  </a:moveTo>
                  <a:lnTo>
                    <a:pt x="29043" y="253847"/>
                  </a:lnTo>
                  <a:lnTo>
                    <a:pt x="29536" y="253847"/>
                  </a:lnTo>
                  <a:lnTo>
                    <a:pt x="29790" y="252120"/>
                  </a:lnTo>
                  <a:close/>
                </a:path>
                <a:path w="640079" h="262889">
                  <a:moveTo>
                    <a:pt x="30596" y="250257"/>
                  </a:moveTo>
                  <a:lnTo>
                    <a:pt x="30064" y="250257"/>
                  </a:lnTo>
                  <a:lnTo>
                    <a:pt x="29790" y="252120"/>
                  </a:lnTo>
                  <a:lnTo>
                    <a:pt x="30596" y="250257"/>
                  </a:lnTo>
                  <a:close/>
                </a:path>
                <a:path w="640079" h="262889">
                  <a:moveTo>
                    <a:pt x="33681" y="243123"/>
                  </a:moveTo>
                  <a:lnTo>
                    <a:pt x="33205" y="243653"/>
                  </a:lnTo>
                  <a:lnTo>
                    <a:pt x="32815" y="244345"/>
                  </a:lnTo>
                  <a:lnTo>
                    <a:pt x="33153" y="244345"/>
                  </a:lnTo>
                  <a:lnTo>
                    <a:pt x="33681" y="243123"/>
                  </a:lnTo>
                  <a:close/>
                </a:path>
                <a:path w="640079" h="262889">
                  <a:moveTo>
                    <a:pt x="34273" y="241754"/>
                  </a:moveTo>
                  <a:lnTo>
                    <a:pt x="33205" y="243653"/>
                  </a:lnTo>
                  <a:lnTo>
                    <a:pt x="33681" y="243123"/>
                  </a:lnTo>
                  <a:lnTo>
                    <a:pt x="34273" y="241754"/>
                  </a:lnTo>
                  <a:close/>
                </a:path>
                <a:path w="640079" h="262889">
                  <a:moveTo>
                    <a:pt x="34651" y="241754"/>
                  </a:moveTo>
                  <a:lnTo>
                    <a:pt x="34273" y="241754"/>
                  </a:lnTo>
                  <a:lnTo>
                    <a:pt x="33681" y="243123"/>
                  </a:lnTo>
                  <a:lnTo>
                    <a:pt x="34651" y="241754"/>
                  </a:lnTo>
                  <a:close/>
                </a:path>
                <a:path w="640079" h="262889">
                  <a:moveTo>
                    <a:pt x="40588" y="233378"/>
                  </a:moveTo>
                  <a:lnTo>
                    <a:pt x="39786" y="234194"/>
                  </a:lnTo>
                  <a:lnTo>
                    <a:pt x="40010" y="234194"/>
                  </a:lnTo>
                  <a:lnTo>
                    <a:pt x="40588" y="233378"/>
                  </a:lnTo>
                  <a:close/>
                </a:path>
                <a:path w="640079" h="262889">
                  <a:moveTo>
                    <a:pt x="41508" y="232441"/>
                  </a:moveTo>
                  <a:lnTo>
                    <a:pt x="41252" y="232441"/>
                  </a:lnTo>
                  <a:lnTo>
                    <a:pt x="40588" y="233378"/>
                  </a:lnTo>
                  <a:lnTo>
                    <a:pt x="41508" y="232441"/>
                  </a:lnTo>
                  <a:close/>
                </a:path>
                <a:path w="640079" h="262889">
                  <a:moveTo>
                    <a:pt x="629773" y="46040"/>
                  </a:moveTo>
                  <a:lnTo>
                    <a:pt x="584649" y="46040"/>
                  </a:lnTo>
                  <a:lnTo>
                    <a:pt x="605402" y="65681"/>
                  </a:lnTo>
                  <a:lnTo>
                    <a:pt x="596382" y="75213"/>
                  </a:lnTo>
                  <a:lnTo>
                    <a:pt x="619636" y="93750"/>
                  </a:lnTo>
                  <a:lnTo>
                    <a:pt x="629773" y="46040"/>
                  </a:lnTo>
                  <a:close/>
                </a:path>
                <a:path w="640079" h="262889">
                  <a:moveTo>
                    <a:pt x="596448" y="57207"/>
                  </a:moveTo>
                  <a:lnTo>
                    <a:pt x="575080" y="57207"/>
                  </a:lnTo>
                  <a:lnTo>
                    <a:pt x="574423" y="57709"/>
                  </a:lnTo>
                  <a:lnTo>
                    <a:pt x="596382" y="75213"/>
                  </a:lnTo>
                  <a:lnTo>
                    <a:pt x="605402" y="65681"/>
                  </a:lnTo>
                  <a:lnTo>
                    <a:pt x="596448" y="57207"/>
                  </a:lnTo>
                  <a:close/>
                </a:path>
                <a:path w="640079" h="262889">
                  <a:moveTo>
                    <a:pt x="574909" y="57337"/>
                  </a:moveTo>
                  <a:lnTo>
                    <a:pt x="574148" y="57709"/>
                  </a:lnTo>
                  <a:lnTo>
                    <a:pt x="573038" y="58307"/>
                  </a:lnTo>
                  <a:lnTo>
                    <a:pt x="571461" y="59973"/>
                  </a:lnTo>
                  <a:lnTo>
                    <a:pt x="574909" y="57337"/>
                  </a:lnTo>
                  <a:close/>
                </a:path>
                <a:path w="640079" h="262889">
                  <a:moveTo>
                    <a:pt x="574423" y="57709"/>
                  </a:moveTo>
                  <a:lnTo>
                    <a:pt x="571461" y="59973"/>
                  </a:lnTo>
                  <a:lnTo>
                    <a:pt x="577263" y="59973"/>
                  </a:lnTo>
                  <a:lnTo>
                    <a:pt x="574423" y="57709"/>
                  </a:lnTo>
                  <a:close/>
                </a:path>
                <a:path w="640079" h="262889">
                  <a:moveTo>
                    <a:pt x="573956" y="57337"/>
                  </a:moveTo>
                  <a:lnTo>
                    <a:pt x="573038" y="58307"/>
                  </a:lnTo>
                  <a:lnTo>
                    <a:pt x="574148" y="57709"/>
                  </a:lnTo>
                  <a:lnTo>
                    <a:pt x="574423" y="57709"/>
                  </a:lnTo>
                  <a:lnTo>
                    <a:pt x="573956" y="57337"/>
                  </a:lnTo>
                  <a:close/>
                </a:path>
                <a:path w="640079" h="262889">
                  <a:moveTo>
                    <a:pt x="584649" y="46040"/>
                  </a:moveTo>
                  <a:lnTo>
                    <a:pt x="574079" y="57207"/>
                  </a:lnTo>
                  <a:lnTo>
                    <a:pt x="573956" y="57337"/>
                  </a:lnTo>
                  <a:lnTo>
                    <a:pt x="574423" y="57709"/>
                  </a:lnTo>
                  <a:lnTo>
                    <a:pt x="574148" y="57709"/>
                  </a:lnTo>
                  <a:lnTo>
                    <a:pt x="575080" y="57207"/>
                  </a:lnTo>
                  <a:lnTo>
                    <a:pt x="596448" y="57207"/>
                  </a:lnTo>
                  <a:lnTo>
                    <a:pt x="584649" y="46040"/>
                  </a:lnTo>
                  <a:close/>
                </a:path>
                <a:path w="640079" h="262889">
                  <a:moveTo>
                    <a:pt x="639555" y="0"/>
                  </a:moveTo>
                  <a:lnTo>
                    <a:pt x="552603" y="40316"/>
                  </a:lnTo>
                  <a:lnTo>
                    <a:pt x="573956" y="57337"/>
                  </a:lnTo>
                  <a:lnTo>
                    <a:pt x="584649" y="46040"/>
                  </a:lnTo>
                  <a:lnTo>
                    <a:pt x="629773" y="46040"/>
                  </a:lnTo>
                  <a:lnTo>
                    <a:pt x="639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3596" y="4893904"/>
              <a:ext cx="85725" cy="1987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4151" y="4893904"/>
              <a:ext cx="85725" cy="19870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326720" y="5092607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506192" y="0"/>
                  </a:moveTo>
                  <a:lnTo>
                    <a:pt x="35896" y="0"/>
                  </a:lnTo>
                  <a:lnTo>
                    <a:pt x="21924" y="2820"/>
                  </a:lnTo>
                  <a:lnTo>
                    <a:pt x="10514" y="10514"/>
                  </a:lnTo>
                  <a:lnTo>
                    <a:pt x="2820" y="21924"/>
                  </a:lnTo>
                  <a:lnTo>
                    <a:pt x="0" y="35896"/>
                  </a:lnTo>
                  <a:lnTo>
                    <a:pt x="0" y="179478"/>
                  </a:lnTo>
                  <a:lnTo>
                    <a:pt x="2820" y="193452"/>
                  </a:lnTo>
                  <a:lnTo>
                    <a:pt x="10514" y="204862"/>
                  </a:lnTo>
                  <a:lnTo>
                    <a:pt x="21924" y="212555"/>
                  </a:lnTo>
                  <a:lnTo>
                    <a:pt x="35896" y="215376"/>
                  </a:lnTo>
                  <a:lnTo>
                    <a:pt x="506192" y="215376"/>
                  </a:lnTo>
                  <a:lnTo>
                    <a:pt x="520165" y="212555"/>
                  </a:lnTo>
                  <a:lnTo>
                    <a:pt x="531575" y="204862"/>
                  </a:lnTo>
                  <a:lnTo>
                    <a:pt x="539268" y="193452"/>
                  </a:lnTo>
                  <a:lnTo>
                    <a:pt x="542089" y="179478"/>
                  </a:lnTo>
                  <a:lnTo>
                    <a:pt x="542089" y="35896"/>
                  </a:lnTo>
                  <a:lnTo>
                    <a:pt x="539268" y="21924"/>
                  </a:lnTo>
                  <a:lnTo>
                    <a:pt x="531575" y="10514"/>
                  </a:lnTo>
                  <a:lnTo>
                    <a:pt x="520165" y="2820"/>
                  </a:lnTo>
                  <a:lnTo>
                    <a:pt x="5061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26720" y="5092607"/>
              <a:ext cx="542290" cy="215900"/>
            </a:xfrm>
            <a:custGeom>
              <a:avLst/>
              <a:gdLst/>
              <a:ahLst/>
              <a:cxnLst/>
              <a:rect l="l" t="t" r="r" b="b"/>
              <a:pathLst>
                <a:path w="542289" h="215900">
                  <a:moveTo>
                    <a:pt x="0" y="35896"/>
                  </a:moveTo>
                  <a:lnTo>
                    <a:pt x="2820" y="21924"/>
                  </a:lnTo>
                  <a:lnTo>
                    <a:pt x="10513" y="10513"/>
                  </a:lnTo>
                  <a:lnTo>
                    <a:pt x="21924" y="2820"/>
                  </a:lnTo>
                  <a:lnTo>
                    <a:pt x="35896" y="0"/>
                  </a:lnTo>
                  <a:lnTo>
                    <a:pt x="506192" y="0"/>
                  </a:lnTo>
                  <a:lnTo>
                    <a:pt x="520164" y="2820"/>
                  </a:lnTo>
                  <a:lnTo>
                    <a:pt x="531575" y="10513"/>
                  </a:lnTo>
                  <a:lnTo>
                    <a:pt x="539268" y="21924"/>
                  </a:lnTo>
                  <a:lnTo>
                    <a:pt x="542089" y="35896"/>
                  </a:lnTo>
                  <a:lnTo>
                    <a:pt x="542089" y="179479"/>
                  </a:lnTo>
                  <a:lnTo>
                    <a:pt x="539268" y="193452"/>
                  </a:lnTo>
                  <a:lnTo>
                    <a:pt x="531575" y="204862"/>
                  </a:lnTo>
                  <a:lnTo>
                    <a:pt x="520164" y="212555"/>
                  </a:lnTo>
                  <a:lnTo>
                    <a:pt x="506192" y="215376"/>
                  </a:lnTo>
                  <a:lnTo>
                    <a:pt x="35896" y="215376"/>
                  </a:lnTo>
                  <a:lnTo>
                    <a:pt x="21924" y="212555"/>
                  </a:lnTo>
                  <a:lnTo>
                    <a:pt x="10513" y="204862"/>
                  </a:lnTo>
                  <a:lnTo>
                    <a:pt x="2820" y="193452"/>
                  </a:lnTo>
                  <a:lnTo>
                    <a:pt x="0" y="179479"/>
                  </a:lnTo>
                  <a:lnTo>
                    <a:pt x="0" y="3589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423140" y="5137268"/>
            <a:ext cx="3492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10" b="1">
                <a:latin typeface="Gulim"/>
                <a:cs typeface="Gulim"/>
              </a:rPr>
              <a:t>Linear</a:t>
            </a:r>
            <a:endParaRPr sz="850">
              <a:latin typeface="Gulim"/>
              <a:cs typeface="Guli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248228" y="1485407"/>
            <a:ext cx="6953884" cy="4512310"/>
            <a:chOff x="1248228" y="1485407"/>
            <a:chExt cx="6953884" cy="4512310"/>
          </a:xfrm>
        </p:grpSpPr>
        <p:sp>
          <p:nvSpPr>
            <p:cNvPr id="23" name="object 23" descr=""/>
            <p:cNvSpPr/>
            <p:nvPr/>
          </p:nvSpPr>
          <p:spPr>
            <a:xfrm>
              <a:off x="3597766" y="5307982"/>
              <a:ext cx="618490" cy="262890"/>
            </a:xfrm>
            <a:custGeom>
              <a:avLst/>
              <a:gdLst/>
              <a:ahLst/>
              <a:cxnLst/>
              <a:rect l="l" t="t" r="r" b="b"/>
              <a:pathLst>
                <a:path w="618489" h="262889">
                  <a:moveTo>
                    <a:pt x="588204" y="251996"/>
                  </a:moveTo>
                  <a:lnTo>
                    <a:pt x="589680" y="262378"/>
                  </a:lnTo>
                  <a:lnTo>
                    <a:pt x="617970" y="258357"/>
                  </a:lnTo>
                  <a:lnTo>
                    <a:pt x="617306" y="253683"/>
                  </a:lnTo>
                  <a:lnTo>
                    <a:pt x="588909" y="253683"/>
                  </a:lnTo>
                  <a:lnTo>
                    <a:pt x="588204" y="251996"/>
                  </a:lnTo>
                  <a:close/>
                </a:path>
                <a:path w="618489" h="262889">
                  <a:moveTo>
                    <a:pt x="587947" y="250189"/>
                  </a:moveTo>
                  <a:lnTo>
                    <a:pt x="588204" y="251996"/>
                  </a:lnTo>
                  <a:lnTo>
                    <a:pt x="588909" y="253683"/>
                  </a:lnTo>
                  <a:lnTo>
                    <a:pt x="587947" y="250189"/>
                  </a:lnTo>
                  <a:close/>
                </a:path>
                <a:path w="618489" h="262889">
                  <a:moveTo>
                    <a:pt x="616810" y="250189"/>
                  </a:moveTo>
                  <a:lnTo>
                    <a:pt x="587947" y="250189"/>
                  </a:lnTo>
                  <a:lnTo>
                    <a:pt x="588909" y="253683"/>
                  </a:lnTo>
                  <a:lnTo>
                    <a:pt x="617306" y="253683"/>
                  </a:lnTo>
                  <a:lnTo>
                    <a:pt x="616810" y="250189"/>
                  </a:lnTo>
                  <a:close/>
                </a:path>
                <a:path w="618489" h="262889">
                  <a:moveTo>
                    <a:pt x="584424" y="242942"/>
                  </a:moveTo>
                  <a:lnTo>
                    <a:pt x="588204" y="251996"/>
                  </a:lnTo>
                  <a:lnTo>
                    <a:pt x="587947" y="250189"/>
                  </a:lnTo>
                  <a:lnTo>
                    <a:pt x="616810" y="250189"/>
                  </a:lnTo>
                  <a:lnTo>
                    <a:pt x="616068" y="244967"/>
                  </a:lnTo>
                  <a:lnTo>
                    <a:pt x="615844" y="244153"/>
                  </a:lnTo>
                  <a:lnTo>
                    <a:pt x="585252" y="244153"/>
                  </a:lnTo>
                  <a:lnTo>
                    <a:pt x="584424" y="242942"/>
                  </a:lnTo>
                  <a:close/>
                </a:path>
                <a:path w="618489" h="262889">
                  <a:moveTo>
                    <a:pt x="614825" y="241590"/>
                  </a:moveTo>
                  <a:lnTo>
                    <a:pt x="583859" y="241590"/>
                  </a:lnTo>
                  <a:lnTo>
                    <a:pt x="585252" y="244153"/>
                  </a:lnTo>
                  <a:lnTo>
                    <a:pt x="615844" y="244153"/>
                  </a:lnTo>
                  <a:lnTo>
                    <a:pt x="615745" y="243794"/>
                  </a:lnTo>
                  <a:lnTo>
                    <a:pt x="614825" y="241590"/>
                  </a:lnTo>
                  <a:close/>
                </a:path>
                <a:path w="618489" h="262889">
                  <a:moveTo>
                    <a:pt x="583859" y="241590"/>
                  </a:moveTo>
                  <a:lnTo>
                    <a:pt x="584424" y="242942"/>
                  </a:lnTo>
                  <a:lnTo>
                    <a:pt x="585006" y="243794"/>
                  </a:lnTo>
                  <a:lnTo>
                    <a:pt x="584594" y="242942"/>
                  </a:lnTo>
                  <a:lnTo>
                    <a:pt x="583859" y="241590"/>
                  </a:lnTo>
                  <a:close/>
                </a:path>
                <a:path w="618489" h="262889">
                  <a:moveTo>
                    <a:pt x="577751" y="233190"/>
                  </a:moveTo>
                  <a:lnTo>
                    <a:pt x="584424" y="242942"/>
                  </a:lnTo>
                  <a:lnTo>
                    <a:pt x="583859" y="241590"/>
                  </a:lnTo>
                  <a:lnTo>
                    <a:pt x="614825" y="241590"/>
                  </a:lnTo>
                  <a:lnTo>
                    <a:pt x="611662" y="234015"/>
                  </a:lnTo>
                  <a:lnTo>
                    <a:pt x="578533" y="234015"/>
                  </a:lnTo>
                  <a:lnTo>
                    <a:pt x="577751" y="233190"/>
                  </a:lnTo>
                  <a:close/>
                </a:path>
                <a:path w="618489" h="262889">
                  <a:moveTo>
                    <a:pt x="610925" y="232251"/>
                  </a:moveTo>
                  <a:lnTo>
                    <a:pt x="577108" y="232251"/>
                  </a:lnTo>
                  <a:lnTo>
                    <a:pt x="578533" y="234015"/>
                  </a:lnTo>
                  <a:lnTo>
                    <a:pt x="611662" y="234015"/>
                  </a:lnTo>
                  <a:lnTo>
                    <a:pt x="610925" y="232251"/>
                  </a:lnTo>
                  <a:close/>
                </a:path>
                <a:path w="618489" h="262889">
                  <a:moveTo>
                    <a:pt x="64290" y="58610"/>
                  </a:moveTo>
                  <a:lnTo>
                    <a:pt x="42030" y="75899"/>
                  </a:lnTo>
                  <a:lnTo>
                    <a:pt x="46114" y="80491"/>
                  </a:lnTo>
                  <a:lnTo>
                    <a:pt x="47377" y="81502"/>
                  </a:lnTo>
                  <a:lnTo>
                    <a:pt x="89079" y="102782"/>
                  </a:lnTo>
                  <a:lnTo>
                    <a:pt x="136216" y="119919"/>
                  </a:lnTo>
                  <a:lnTo>
                    <a:pt x="188572" y="133066"/>
                  </a:lnTo>
                  <a:lnTo>
                    <a:pt x="244492" y="141504"/>
                  </a:lnTo>
                  <a:lnTo>
                    <a:pt x="329074" y="145176"/>
                  </a:lnTo>
                  <a:lnTo>
                    <a:pt x="356422" y="147281"/>
                  </a:lnTo>
                  <a:lnTo>
                    <a:pt x="409618" y="155307"/>
                  </a:lnTo>
                  <a:lnTo>
                    <a:pt x="459247" y="167761"/>
                  </a:lnTo>
                  <a:lnTo>
                    <a:pt x="503414" y="183803"/>
                  </a:lnTo>
                  <a:lnTo>
                    <a:pt x="540165" y="202453"/>
                  </a:lnTo>
                  <a:lnTo>
                    <a:pt x="577751" y="233190"/>
                  </a:lnTo>
                  <a:lnTo>
                    <a:pt x="577108" y="232251"/>
                  </a:lnTo>
                  <a:lnTo>
                    <a:pt x="610925" y="232251"/>
                  </a:lnTo>
                  <a:lnTo>
                    <a:pt x="609852" y="229680"/>
                  </a:lnTo>
                  <a:lnTo>
                    <a:pt x="573277" y="190291"/>
                  </a:lnTo>
                  <a:lnTo>
                    <a:pt x="536728" y="167899"/>
                  </a:lnTo>
                  <a:lnTo>
                    <a:pt x="492669" y="148828"/>
                  </a:lnTo>
                  <a:lnTo>
                    <a:pt x="442658" y="133503"/>
                  </a:lnTo>
                  <a:lnTo>
                    <a:pt x="388312" y="122549"/>
                  </a:lnTo>
                  <a:lnTo>
                    <a:pt x="331285" y="116686"/>
                  </a:lnTo>
                  <a:lnTo>
                    <a:pt x="274022" y="115154"/>
                  </a:lnTo>
                  <a:lnTo>
                    <a:pt x="246703" y="113016"/>
                  </a:lnTo>
                  <a:lnTo>
                    <a:pt x="193535" y="104926"/>
                  </a:lnTo>
                  <a:lnTo>
                    <a:pt x="143878" y="92391"/>
                  </a:lnTo>
                  <a:lnTo>
                    <a:pt x="99614" y="76220"/>
                  </a:lnTo>
                  <a:lnTo>
                    <a:pt x="68022" y="60299"/>
                  </a:lnTo>
                  <a:lnTo>
                    <a:pt x="66398" y="60299"/>
                  </a:lnTo>
                  <a:lnTo>
                    <a:pt x="64290" y="58610"/>
                  </a:lnTo>
                  <a:close/>
                </a:path>
                <a:path w="618489" h="262889">
                  <a:moveTo>
                    <a:pt x="0" y="0"/>
                  </a:moveTo>
                  <a:lnTo>
                    <a:pt x="18736" y="93993"/>
                  </a:lnTo>
                  <a:lnTo>
                    <a:pt x="42030" y="75899"/>
                  </a:lnTo>
                  <a:lnTo>
                    <a:pt x="33147" y="65912"/>
                  </a:lnTo>
                  <a:lnTo>
                    <a:pt x="54496" y="46921"/>
                  </a:lnTo>
                  <a:lnTo>
                    <a:pt x="79338" y="46921"/>
                  </a:lnTo>
                  <a:lnTo>
                    <a:pt x="86437" y="41407"/>
                  </a:lnTo>
                  <a:lnTo>
                    <a:pt x="0" y="0"/>
                  </a:lnTo>
                  <a:close/>
                </a:path>
                <a:path w="618489" h="262889">
                  <a:moveTo>
                    <a:pt x="54496" y="46921"/>
                  </a:moveTo>
                  <a:lnTo>
                    <a:pt x="33147" y="65912"/>
                  </a:lnTo>
                  <a:lnTo>
                    <a:pt x="42030" y="75899"/>
                  </a:lnTo>
                  <a:lnTo>
                    <a:pt x="64290" y="58610"/>
                  </a:lnTo>
                  <a:lnTo>
                    <a:pt x="62668" y="57310"/>
                  </a:lnTo>
                  <a:lnTo>
                    <a:pt x="63738" y="57310"/>
                  </a:lnTo>
                  <a:lnTo>
                    <a:pt x="54496" y="46921"/>
                  </a:lnTo>
                  <a:close/>
                </a:path>
                <a:path w="618489" h="262889">
                  <a:moveTo>
                    <a:pt x="62668" y="57310"/>
                  </a:moveTo>
                  <a:lnTo>
                    <a:pt x="66398" y="60299"/>
                  </a:lnTo>
                  <a:lnTo>
                    <a:pt x="64895" y="58610"/>
                  </a:lnTo>
                  <a:lnTo>
                    <a:pt x="62668" y="57310"/>
                  </a:lnTo>
                  <a:close/>
                </a:path>
                <a:path w="618489" h="262889">
                  <a:moveTo>
                    <a:pt x="64996" y="58610"/>
                  </a:moveTo>
                  <a:lnTo>
                    <a:pt x="66398" y="60299"/>
                  </a:lnTo>
                  <a:lnTo>
                    <a:pt x="68022" y="60299"/>
                  </a:lnTo>
                  <a:lnTo>
                    <a:pt x="64996" y="58610"/>
                  </a:lnTo>
                  <a:close/>
                </a:path>
                <a:path w="618489" h="262889">
                  <a:moveTo>
                    <a:pt x="63738" y="57310"/>
                  </a:moveTo>
                  <a:lnTo>
                    <a:pt x="62668" y="57310"/>
                  </a:lnTo>
                  <a:lnTo>
                    <a:pt x="64996" y="58610"/>
                  </a:lnTo>
                  <a:lnTo>
                    <a:pt x="63738" y="57310"/>
                  </a:lnTo>
                  <a:close/>
                </a:path>
                <a:path w="618489" h="262889">
                  <a:moveTo>
                    <a:pt x="79338" y="46921"/>
                  </a:moveTo>
                  <a:lnTo>
                    <a:pt x="54496" y="46921"/>
                  </a:lnTo>
                  <a:lnTo>
                    <a:pt x="64895" y="58610"/>
                  </a:lnTo>
                  <a:lnTo>
                    <a:pt x="64290" y="58610"/>
                  </a:lnTo>
                  <a:lnTo>
                    <a:pt x="79338" y="46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6761" y="4902042"/>
              <a:ext cx="85725" cy="19870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490006" y="1686645"/>
              <a:ext cx="3086100" cy="4283710"/>
            </a:xfrm>
            <a:custGeom>
              <a:avLst/>
              <a:gdLst/>
              <a:ahLst/>
              <a:cxnLst/>
              <a:rect l="l" t="t" r="r" b="b"/>
              <a:pathLst>
                <a:path w="3086100" h="4283710">
                  <a:moveTo>
                    <a:pt x="560157" y="0"/>
                  </a:moveTo>
                  <a:lnTo>
                    <a:pt x="981132" y="0"/>
                  </a:lnTo>
                  <a:lnTo>
                    <a:pt x="1612591" y="0"/>
                  </a:lnTo>
                  <a:lnTo>
                    <a:pt x="3086000" y="0"/>
                  </a:lnTo>
                  <a:lnTo>
                    <a:pt x="3086000" y="713945"/>
                  </a:lnTo>
                  <a:lnTo>
                    <a:pt x="3086000" y="1784864"/>
                  </a:lnTo>
                  <a:lnTo>
                    <a:pt x="3086000" y="4283673"/>
                  </a:lnTo>
                  <a:lnTo>
                    <a:pt x="1612591" y="4283673"/>
                  </a:lnTo>
                  <a:lnTo>
                    <a:pt x="981132" y="4283673"/>
                  </a:lnTo>
                  <a:lnTo>
                    <a:pt x="560157" y="4283673"/>
                  </a:lnTo>
                  <a:lnTo>
                    <a:pt x="560157" y="1784864"/>
                  </a:lnTo>
                  <a:lnTo>
                    <a:pt x="0" y="1948130"/>
                  </a:lnTo>
                  <a:lnTo>
                    <a:pt x="560157" y="713945"/>
                  </a:lnTo>
                  <a:lnTo>
                    <a:pt x="560157" y="0"/>
                  </a:lnTo>
                  <a:close/>
                </a:path>
              </a:pathLst>
            </a:custGeom>
            <a:ln w="53975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5122" y="2005711"/>
              <a:ext cx="1727053" cy="336917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6216350" y="5184249"/>
              <a:ext cx="1732914" cy="254000"/>
            </a:xfrm>
            <a:custGeom>
              <a:avLst/>
              <a:gdLst/>
              <a:ahLst/>
              <a:cxnLst/>
              <a:rect l="l" t="t" r="r" b="b"/>
              <a:pathLst>
                <a:path w="1732915" h="254000">
                  <a:moveTo>
                    <a:pt x="1732908" y="0"/>
                  </a:moveTo>
                  <a:lnTo>
                    <a:pt x="0" y="0"/>
                  </a:lnTo>
                  <a:lnTo>
                    <a:pt x="0" y="253916"/>
                  </a:lnTo>
                  <a:lnTo>
                    <a:pt x="1732908" y="253916"/>
                  </a:lnTo>
                  <a:lnTo>
                    <a:pt x="1732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6350" y="5173364"/>
              <a:ext cx="539922" cy="28076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69910" y="5201346"/>
              <a:ext cx="593914" cy="24656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8524" y="5190868"/>
              <a:ext cx="545321" cy="24836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436569" y="1686643"/>
              <a:ext cx="2738755" cy="4283710"/>
            </a:xfrm>
            <a:custGeom>
              <a:avLst/>
              <a:gdLst/>
              <a:ahLst/>
              <a:cxnLst/>
              <a:rect l="l" t="t" r="r" b="b"/>
              <a:pathLst>
                <a:path w="2738754" h="4283710">
                  <a:moveTo>
                    <a:pt x="655196" y="0"/>
                  </a:moveTo>
                  <a:lnTo>
                    <a:pt x="1002355" y="0"/>
                  </a:lnTo>
                  <a:lnTo>
                    <a:pt x="1523096" y="0"/>
                  </a:lnTo>
                  <a:lnTo>
                    <a:pt x="2738160" y="0"/>
                  </a:lnTo>
                  <a:lnTo>
                    <a:pt x="2738160" y="713945"/>
                  </a:lnTo>
                  <a:lnTo>
                    <a:pt x="2738160" y="1784864"/>
                  </a:lnTo>
                  <a:lnTo>
                    <a:pt x="2738160" y="4283673"/>
                  </a:lnTo>
                  <a:lnTo>
                    <a:pt x="1523096" y="4283673"/>
                  </a:lnTo>
                  <a:lnTo>
                    <a:pt x="1002355" y="4283673"/>
                  </a:lnTo>
                  <a:lnTo>
                    <a:pt x="655196" y="4283673"/>
                  </a:lnTo>
                  <a:lnTo>
                    <a:pt x="655196" y="1784864"/>
                  </a:lnTo>
                  <a:lnTo>
                    <a:pt x="0" y="2119177"/>
                  </a:lnTo>
                  <a:lnTo>
                    <a:pt x="655196" y="713945"/>
                  </a:lnTo>
                  <a:lnTo>
                    <a:pt x="655196" y="0"/>
                  </a:lnTo>
                  <a:close/>
                </a:path>
              </a:pathLst>
            </a:custGeom>
            <a:ln w="5397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273628" y="3357745"/>
              <a:ext cx="1197610" cy="1023619"/>
            </a:xfrm>
            <a:custGeom>
              <a:avLst/>
              <a:gdLst/>
              <a:ahLst/>
              <a:cxnLst/>
              <a:rect l="l" t="t" r="r" b="b"/>
              <a:pathLst>
                <a:path w="1197610" h="1023620">
                  <a:moveTo>
                    <a:pt x="0" y="170545"/>
                  </a:moveTo>
                  <a:lnTo>
                    <a:pt x="6092" y="125208"/>
                  </a:lnTo>
                  <a:lnTo>
                    <a:pt x="23284" y="84468"/>
                  </a:lnTo>
                  <a:lnTo>
                    <a:pt x="49951" y="49951"/>
                  </a:lnTo>
                  <a:lnTo>
                    <a:pt x="84468" y="23284"/>
                  </a:lnTo>
                  <a:lnTo>
                    <a:pt x="125207" y="6092"/>
                  </a:lnTo>
                  <a:lnTo>
                    <a:pt x="170545" y="0"/>
                  </a:lnTo>
                  <a:lnTo>
                    <a:pt x="1026882" y="0"/>
                  </a:lnTo>
                  <a:lnTo>
                    <a:pt x="1072219" y="6092"/>
                  </a:lnTo>
                  <a:lnTo>
                    <a:pt x="1112959" y="23284"/>
                  </a:lnTo>
                  <a:lnTo>
                    <a:pt x="1147476" y="49951"/>
                  </a:lnTo>
                  <a:lnTo>
                    <a:pt x="1174143" y="84468"/>
                  </a:lnTo>
                  <a:lnTo>
                    <a:pt x="1191335" y="125208"/>
                  </a:lnTo>
                  <a:lnTo>
                    <a:pt x="1197428" y="170545"/>
                  </a:lnTo>
                  <a:lnTo>
                    <a:pt x="1197428" y="852711"/>
                  </a:lnTo>
                  <a:lnTo>
                    <a:pt x="1191335" y="898048"/>
                  </a:lnTo>
                  <a:lnTo>
                    <a:pt x="1174143" y="938788"/>
                  </a:lnTo>
                  <a:lnTo>
                    <a:pt x="1147476" y="973305"/>
                  </a:lnTo>
                  <a:lnTo>
                    <a:pt x="1112959" y="999972"/>
                  </a:lnTo>
                  <a:lnTo>
                    <a:pt x="1072219" y="1017164"/>
                  </a:lnTo>
                  <a:lnTo>
                    <a:pt x="1026882" y="1023257"/>
                  </a:lnTo>
                  <a:lnTo>
                    <a:pt x="170545" y="1023257"/>
                  </a:lnTo>
                  <a:lnTo>
                    <a:pt x="125207" y="1017164"/>
                  </a:lnTo>
                  <a:lnTo>
                    <a:pt x="84468" y="999972"/>
                  </a:lnTo>
                  <a:lnTo>
                    <a:pt x="49951" y="973305"/>
                  </a:lnTo>
                  <a:lnTo>
                    <a:pt x="23284" y="938788"/>
                  </a:lnTo>
                  <a:lnTo>
                    <a:pt x="6092" y="898048"/>
                  </a:lnTo>
                  <a:lnTo>
                    <a:pt x="0" y="852711"/>
                  </a:lnTo>
                  <a:lnTo>
                    <a:pt x="0" y="170545"/>
                  </a:lnTo>
                  <a:close/>
                </a:path>
              </a:pathLst>
            </a:custGeom>
            <a:ln w="508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270095" y="3183573"/>
              <a:ext cx="2118360" cy="1247140"/>
            </a:xfrm>
            <a:custGeom>
              <a:avLst/>
              <a:gdLst/>
              <a:ahLst/>
              <a:cxnLst/>
              <a:rect l="l" t="t" r="r" b="b"/>
              <a:pathLst>
                <a:path w="2118360" h="1247139">
                  <a:moveTo>
                    <a:pt x="0" y="207786"/>
                  </a:moveTo>
                  <a:lnTo>
                    <a:pt x="5487" y="160143"/>
                  </a:lnTo>
                  <a:lnTo>
                    <a:pt x="21119" y="116407"/>
                  </a:lnTo>
                  <a:lnTo>
                    <a:pt x="45648" y="77826"/>
                  </a:lnTo>
                  <a:lnTo>
                    <a:pt x="77826" y="45648"/>
                  </a:lnTo>
                  <a:lnTo>
                    <a:pt x="116407" y="21119"/>
                  </a:lnTo>
                  <a:lnTo>
                    <a:pt x="160143" y="5487"/>
                  </a:lnTo>
                  <a:lnTo>
                    <a:pt x="207786" y="0"/>
                  </a:lnTo>
                  <a:lnTo>
                    <a:pt x="1910527" y="0"/>
                  </a:lnTo>
                  <a:lnTo>
                    <a:pt x="1958170" y="5487"/>
                  </a:lnTo>
                  <a:lnTo>
                    <a:pt x="2001906" y="21119"/>
                  </a:lnTo>
                  <a:lnTo>
                    <a:pt x="2040487" y="45648"/>
                  </a:lnTo>
                  <a:lnTo>
                    <a:pt x="2072665" y="77826"/>
                  </a:lnTo>
                  <a:lnTo>
                    <a:pt x="2097194" y="116407"/>
                  </a:lnTo>
                  <a:lnTo>
                    <a:pt x="2112826" y="160143"/>
                  </a:lnTo>
                  <a:lnTo>
                    <a:pt x="2118314" y="207786"/>
                  </a:lnTo>
                  <a:lnTo>
                    <a:pt x="2118314" y="1038910"/>
                  </a:lnTo>
                  <a:lnTo>
                    <a:pt x="2112826" y="1086553"/>
                  </a:lnTo>
                  <a:lnTo>
                    <a:pt x="2097194" y="1130289"/>
                  </a:lnTo>
                  <a:lnTo>
                    <a:pt x="2072665" y="1168870"/>
                  </a:lnTo>
                  <a:lnTo>
                    <a:pt x="2040487" y="1201048"/>
                  </a:lnTo>
                  <a:lnTo>
                    <a:pt x="2001906" y="1225577"/>
                  </a:lnTo>
                  <a:lnTo>
                    <a:pt x="1958170" y="1241209"/>
                  </a:lnTo>
                  <a:lnTo>
                    <a:pt x="1910527" y="1246697"/>
                  </a:lnTo>
                  <a:lnTo>
                    <a:pt x="207786" y="1246697"/>
                  </a:lnTo>
                  <a:lnTo>
                    <a:pt x="160143" y="1241209"/>
                  </a:lnTo>
                  <a:lnTo>
                    <a:pt x="116407" y="1225577"/>
                  </a:lnTo>
                  <a:lnTo>
                    <a:pt x="77826" y="1201048"/>
                  </a:lnTo>
                  <a:lnTo>
                    <a:pt x="45648" y="1168870"/>
                  </a:lnTo>
                  <a:lnTo>
                    <a:pt x="21119" y="1130289"/>
                  </a:lnTo>
                  <a:lnTo>
                    <a:pt x="5487" y="1086553"/>
                  </a:lnTo>
                  <a:lnTo>
                    <a:pt x="0" y="1038910"/>
                  </a:lnTo>
                  <a:lnTo>
                    <a:pt x="0" y="207786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54628" y="1485407"/>
              <a:ext cx="1165225" cy="342900"/>
            </a:xfrm>
            <a:custGeom>
              <a:avLst/>
              <a:gdLst/>
              <a:ahLst/>
              <a:cxnLst/>
              <a:rect l="l" t="t" r="r" b="b"/>
              <a:pathLst>
                <a:path w="1165225" h="342900">
                  <a:moveTo>
                    <a:pt x="1164770" y="0"/>
                  </a:moveTo>
                  <a:lnTo>
                    <a:pt x="0" y="0"/>
                  </a:lnTo>
                  <a:lnTo>
                    <a:pt x="0" y="342754"/>
                  </a:lnTo>
                  <a:lnTo>
                    <a:pt x="1164770" y="342754"/>
                  </a:lnTo>
                  <a:lnTo>
                    <a:pt x="1164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806127" y="6231635"/>
            <a:ext cx="1678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rebuchet MS"/>
                <a:cs typeface="Trebuchet MS"/>
              </a:rPr>
              <a:t>Transformer</a:t>
            </a:r>
            <a:r>
              <a:rPr dirty="0" sz="140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Encoder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310623" y="6246876"/>
            <a:ext cx="206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rebuchet MS"/>
                <a:cs typeface="Trebuchet MS"/>
              </a:rPr>
              <a:t>Multi-</a:t>
            </a:r>
            <a:r>
              <a:rPr dirty="0" sz="1400">
                <a:latin typeface="Trebuchet MS"/>
                <a:cs typeface="Trebuchet MS"/>
              </a:rPr>
              <a:t>Head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Self-Attention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797326" y="6231635"/>
            <a:ext cx="27114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Scaled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Dot-Product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Self-Attention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10001" y="1248915"/>
            <a:ext cx="1717039" cy="4984750"/>
            <a:chOff x="1010001" y="1248915"/>
            <a:chExt cx="1717039" cy="4984750"/>
          </a:xfrm>
        </p:grpSpPr>
        <p:sp>
          <p:nvSpPr>
            <p:cNvPr id="39" name="object 39" descr=""/>
            <p:cNvSpPr/>
            <p:nvPr/>
          </p:nvSpPr>
          <p:spPr>
            <a:xfrm>
              <a:off x="1857375" y="1539910"/>
              <a:ext cx="95250" cy="288290"/>
            </a:xfrm>
            <a:custGeom>
              <a:avLst/>
              <a:gdLst/>
              <a:ahLst/>
              <a:cxnLst/>
              <a:rect l="l" t="t" r="r" b="b"/>
              <a:pathLst>
                <a:path w="95250" h="288289">
                  <a:moveTo>
                    <a:pt x="63501" y="79375"/>
                  </a:moveTo>
                  <a:lnTo>
                    <a:pt x="31751" y="79375"/>
                  </a:lnTo>
                  <a:lnTo>
                    <a:pt x="31750" y="288251"/>
                  </a:lnTo>
                  <a:lnTo>
                    <a:pt x="63500" y="288251"/>
                  </a:lnTo>
                  <a:lnTo>
                    <a:pt x="63501" y="79375"/>
                  </a:lnTo>
                  <a:close/>
                </a:path>
                <a:path w="95250" h="288289">
                  <a:moveTo>
                    <a:pt x="47626" y="0"/>
                  </a:moveTo>
                  <a:lnTo>
                    <a:pt x="0" y="95250"/>
                  </a:lnTo>
                  <a:lnTo>
                    <a:pt x="31751" y="95250"/>
                  </a:lnTo>
                  <a:lnTo>
                    <a:pt x="31751" y="79375"/>
                  </a:lnTo>
                  <a:lnTo>
                    <a:pt x="87312" y="79375"/>
                  </a:lnTo>
                  <a:lnTo>
                    <a:pt x="47626" y="0"/>
                  </a:lnTo>
                  <a:close/>
                </a:path>
                <a:path w="95250" h="288289">
                  <a:moveTo>
                    <a:pt x="87312" y="79375"/>
                  </a:moveTo>
                  <a:lnTo>
                    <a:pt x="63501" y="79375"/>
                  </a:lnTo>
                  <a:lnTo>
                    <a:pt x="63501" y="95250"/>
                  </a:lnTo>
                  <a:lnTo>
                    <a:pt x="95250" y="95250"/>
                  </a:lnTo>
                  <a:lnTo>
                    <a:pt x="87312" y="793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0001" y="6008042"/>
              <a:ext cx="1524402" cy="22527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3814" y="1248915"/>
              <a:ext cx="1572768" cy="249936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199896" y="934211"/>
            <a:ext cx="13354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Encoder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Output</a:t>
            </a:r>
            <a:endParaRPr sz="1400">
              <a:latin typeface="Gulim"/>
              <a:cs typeface="Gulim"/>
            </a:endParaRP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Position-</a:t>
            </a:r>
            <a:r>
              <a:rPr dirty="0"/>
              <a:t>wise</a:t>
            </a:r>
            <a:r>
              <a:rPr dirty="0" spc="15"/>
              <a:t> </a:t>
            </a:r>
            <a:r>
              <a:rPr dirty="0" spc="-10"/>
              <a:t>Feed-</a:t>
            </a:r>
            <a:r>
              <a:rPr dirty="0"/>
              <a:t>Forward</a:t>
            </a:r>
            <a:r>
              <a:rPr dirty="0" spc="20"/>
              <a:t> </a:t>
            </a:r>
            <a:r>
              <a:rPr dirty="0" spc="-10"/>
              <a:t>Networks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106" y="1972517"/>
            <a:ext cx="4902200" cy="3111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7641" y="3140917"/>
            <a:ext cx="588872" cy="19202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821956" y="2948588"/>
            <a:ext cx="7499984" cy="2938145"/>
            <a:chOff x="821956" y="2948588"/>
            <a:chExt cx="7499984" cy="2938145"/>
          </a:xfrm>
        </p:grpSpPr>
        <p:sp>
          <p:nvSpPr>
            <p:cNvPr id="6" name="object 6" descr=""/>
            <p:cNvSpPr/>
            <p:nvPr/>
          </p:nvSpPr>
          <p:spPr>
            <a:xfrm>
              <a:off x="828306" y="3441547"/>
              <a:ext cx="1527810" cy="2438400"/>
            </a:xfrm>
            <a:custGeom>
              <a:avLst/>
              <a:gdLst/>
              <a:ahLst/>
              <a:cxnLst/>
              <a:rect l="l" t="t" r="r" b="b"/>
              <a:pathLst>
                <a:path w="1527810" h="2438400">
                  <a:moveTo>
                    <a:pt x="152754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0" y="609600"/>
                  </a:lnTo>
                  <a:lnTo>
                    <a:pt x="0" y="2438400"/>
                  </a:lnTo>
                  <a:lnTo>
                    <a:pt x="1527543" y="2438400"/>
                  </a:lnTo>
                  <a:lnTo>
                    <a:pt x="1527543" y="304800"/>
                  </a:lnTo>
                  <a:lnTo>
                    <a:pt x="1527543" y="0"/>
                  </a:lnTo>
                  <a:close/>
                </a:path>
              </a:pathLst>
            </a:custGeom>
            <a:solidFill>
              <a:srgbClr val="DCE6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1956" y="3739997"/>
              <a:ext cx="1540510" cy="1841500"/>
            </a:xfrm>
            <a:custGeom>
              <a:avLst/>
              <a:gdLst/>
              <a:ahLst/>
              <a:cxnLst/>
              <a:rect l="l" t="t" r="r" b="b"/>
              <a:pathLst>
                <a:path w="1540510" h="1841500">
                  <a:moveTo>
                    <a:pt x="1540243" y="1828800"/>
                  </a:moveTo>
                  <a:lnTo>
                    <a:pt x="0" y="1828800"/>
                  </a:lnTo>
                  <a:lnTo>
                    <a:pt x="0" y="1841500"/>
                  </a:lnTo>
                  <a:lnTo>
                    <a:pt x="1540243" y="1841500"/>
                  </a:lnTo>
                  <a:lnTo>
                    <a:pt x="1540243" y="1828800"/>
                  </a:lnTo>
                  <a:close/>
                </a:path>
                <a:path w="1540510" h="1841500">
                  <a:moveTo>
                    <a:pt x="1540243" y="1524000"/>
                  </a:moveTo>
                  <a:lnTo>
                    <a:pt x="0" y="1524000"/>
                  </a:lnTo>
                  <a:lnTo>
                    <a:pt x="0" y="1536700"/>
                  </a:lnTo>
                  <a:lnTo>
                    <a:pt x="1540243" y="1536700"/>
                  </a:lnTo>
                  <a:lnTo>
                    <a:pt x="1540243" y="1524000"/>
                  </a:lnTo>
                  <a:close/>
                </a:path>
                <a:path w="1540510" h="1841500">
                  <a:moveTo>
                    <a:pt x="1540243" y="1219200"/>
                  </a:moveTo>
                  <a:lnTo>
                    <a:pt x="0" y="1219200"/>
                  </a:lnTo>
                  <a:lnTo>
                    <a:pt x="0" y="1231900"/>
                  </a:lnTo>
                  <a:lnTo>
                    <a:pt x="1540243" y="1231900"/>
                  </a:lnTo>
                  <a:lnTo>
                    <a:pt x="1540243" y="1219200"/>
                  </a:lnTo>
                  <a:close/>
                </a:path>
                <a:path w="1540510" h="1841500">
                  <a:moveTo>
                    <a:pt x="1540243" y="914400"/>
                  </a:moveTo>
                  <a:lnTo>
                    <a:pt x="0" y="914400"/>
                  </a:lnTo>
                  <a:lnTo>
                    <a:pt x="0" y="927100"/>
                  </a:lnTo>
                  <a:lnTo>
                    <a:pt x="1540243" y="927100"/>
                  </a:lnTo>
                  <a:lnTo>
                    <a:pt x="1540243" y="914400"/>
                  </a:lnTo>
                  <a:close/>
                </a:path>
                <a:path w="1540510" h="1841500">
                  <a:moveTo>
                    <a:pt x="1540243" y="609600"/>
                  </a:moveTo>
                  <a:lnTo>
                    <a:pt x="0" y="609600"/>
                  </a:lnTo>
                  <a:lnTo>
                    <a:pt x="0" y="622300"/>
                  </a:lnTo>
                  <a:lnTo>
                    <a:pt x="1540243" y="622300"/>
                  </a:lnTo>
                  <a:lnTo>
                    <a:pt x="1540243" y="609600"/>
                  </a:lnTo>
                  <a:close/>
                </a:path>
                <a:path w="1540510" h="1841500">
                  <a:moveTo>
                    <a:pt x="1540243" y="304800"/>
                  </a:moveTo>
                  <a:lnTo>
                    <a:pt x="0" y="304800"/>
                  </a:lnTo>
                  <a:lnTo>
                    <a:pt x="0" y="317500"/>
                  </a:lnTo>
                  <a:lnTo>
                    <a:pt x="1540243" y="317500"/>
                  </a:lnTo>
                  <a:lnTo>
                    <a:pt x="1540243" y="304800"/>
                  </a:lnTo>
                  <a:close/>
                </a:path>
                <a:path w="1540510" h="1841500">
                  <a:moveTo>
                    <a:pt x="154024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540243" y="12700"/>
                  </a:lnTo>
                  <a:lnTo>
                    <a:pt x="1540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1956" y="3435188"/>
              <a:ext cx="1540510" cy="2451100"/>
            </a:xfrm>
            <a:custGeom>
              <a:avLst/>
              <a:gdLst/>
              <a:ahLst/>
              <a:cxnLst/>
              <a:rect l="l" t="t" r="r" b="b"/>
              <a:pathLst>
                <a:path w="1540510" h="2451100">
                  <a:moveTo>
                    <a:pt x="6350" y="0"/>
                  </a:moveTo>
                  <a:lnTo>
                    <a:pt x="6350" y="2451100"/>
                  </a:lnTo>
                </a:path>
                <a:path w="1540510" h="2451100">
                  <a:moveTo>
                    <a:pt x="1533895" y="0"/>
                  </a:moveTo>
                  <a:lnTo>
                    <a:pt x="1533895" y="2451100"/>
                  </a:lnTo>
                </a:path>
                <a:path w="1540510" h="2451100">
                  <a:moveTo>
                    <a:pt x="0" y="6350"/>
                  </a:moveTo>
                  <a:lnTo>
                    <a:pt x="1540245" y="6350"/>
                  </a:lnTo>
                </a:path>
                <a:path w="1540510" h="2451100">
                  <a:moveTo>
                    <a:pt x="0" y="2444750"/>
                  </a:moveTo>
                  <a:lnTo>
                    <a:pt x="1540245" y="24447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436561" y="34415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30211" y="34351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30211" y="3743163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55851" y="3555840"/>
              <a:ext cx="1080770" cy="76200"/>
            </a:xfrm>
            <a:custGeom>
              <a:avLst/>
              <a:gdLst/>
              <a:ahLst/>
              <a:cxnLst/>
              <a:rect l="l" t="t" r="r" b="b"/>
              <a:pathLst>
                <a:path w="1080770" h="76200">
                  <a:moveTo>
                    <a:pt x="1004510" y="0"/>
                  </a:moveTo>
                  <a:lnTo>
                    <a:pt x="1004510" y="76200"/>
                  </a:lnTo>
                  <a:lnTo>
                    <a:pt x="1071185" y="42862"/>
                  </a:lnTo>
                  <a:lnTo>
                    <a:pt x="1017210" y="42862"/>
                  </a:lnTo>
                  <a:lnTo>
                    <a:pt x="1017210" y="33337"/>
                  </a:lnTo>
                  <a:lnTo>
                    <a:pt x="1071185" y="33337"/>
                  </a:lnTo>
                  <a:lnTo>
                    <a:pt x="1004510" y="0"/>
                  </a:lnTo>
                  <a:close/>
                </a:path>
                <a:path w="1080770" h="76200">
                  <a:moveTo>
                    <a:pt x="1004510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1004510" y="42862"/>
                  </a:lnTo>
                  <a:lnTo>
                    <a:pt x="1004510" y="33337"/>
                  </a:lnTo>
                  <a:close/>
                </a:path>
                <a:path w="1080770" h="76200">
                  <a:moveTo>
                    <a:pt x="1071185" y="33337"/>
                  </a:moveTo>
                  <a:lnTo>
                    <a:pt x="1017210" y="33337"/>
                  </a:lnTo>
                  <a:lnTo>
                    <a:pt x="1017210" y="42862"/>
                  </a:lnTo>
                  <a:lnTo>
                    <a:pt x="1071185" y="42862"/>
                  </a:lnTo>
                  <a:lnTo>
                    <a:pt x="1080710" y="38100"/>
                  </a:lnTo>
                  <a:lnTo>
                    <a:pt x="1071185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151" y="3253388"/>
              <a:ext cx="642112" cy="22352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436561" y="37463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30211" y="37399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430211" y="4049755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99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355851" y="3834058"/>
              <a:ext cx="1080770" cy="76200"/>
            </a:xfrm>
            <a:custGeom>
              <a:avLst/>
              <a:gdLst/>
              <a:ahLst/>
              <a:cxnLst/>
              <a:rect l="l" t="t" r="r" b="b"/>
              <a:pathLst>
                <a:path w="1080770" h="76200">
                  <a:moveTo>
                    <a:pt x="1004510" y="0"/>
                  </a:moveTo>
                  <a:lnTo>
                    <a:pt x="1004510" y="76199"/>
                  </a:lnTo>
                  <a:lnTo>
                    <a:pt x="1071185" y="42862"/>
                  </a:lnTo>
                  <a:lnTo>
                    <a:pt x="1017210" y="42862"/>
                  </a:lnTo>
                  <a:lnTo>
                    <a:pt x="1017210" y="33337"/>
                  </a:lnTo>
                  <a:lnTo>
                    <a:pt x="1071185" y="33337"/>
                  </a:lnTo>
                  <a:lnTo>
                    <a:pt x="1004510" y="0"/>
                  </a:lnTo>
                  <a:close/>
                </a:path>
                <a:path w="1080770" h="76200">
                  <a:moveTo>
                    <a:pt x="1004510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1004510" y="42862"/>
                  </a:lnTo>
                  <a:lnTo>
                    <a:pt x="1004510" y="33337"/>
                  </a:lnTo>
                  <a:close/>
                </a:path>
                <a:path w="1080770" h="76200">
                  <a:moveTo>
                    <a:pt x="1071185" y="33337"/>
                  </a:moveTo>
                  <a:lnTo>
                    <a:pt x="1017210" y="33337"/>
                  </a:lnTo>
                  <a:lnTo>
                    <a:pt x="1017210" y="42862"/>
                  </a:lnTo>
                  <a:lnTo>
                    <a:pt x="1071185" y="42862"/>
                  </a:lnTo>
                  <a:lnTo>
                    <a:pt x="1080710" y="38099"/>
                  </a:lnTo>
                  <a:lnTo>
                    <a:pt x="1071185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36561" y="4054721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2270875" y="304799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430211" y="4048371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430211" y="4354555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36561" y="43559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430211" y="43495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30211" y="4657563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436561" y="46607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430211" y="46543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430211" y="4962363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436561" y="49655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30211" y="49591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430211" y="5267163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36561" y="52703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70875" y="304800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430211" y="52639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30211" y="5571963"/>
              <a:ext cx="2284095" cy="0"/>
            </a:xfrm>
            <a:custGeom>
              <a:avLst/>
              <a:gdLst/>
              <a:ahLst/>
              <a:cxnLst/>
              <a:rect l="l" t="t" r="r" b="b"/>
              <a:pathLst>
                <a:path w="2284095" h="0">
                  <a:moveTo>
                    <a:pt x="0" y="0"/>
                  </a:moveTo>
                  <a:lnTo>
                    <a:pt x="2283576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36561" y="5575138"/>
              <a:ext cx="2271395" cy="304800"/>
            </a:xfrm>
            <a:custGeom>
              <a:avLst/>
              <a:gdLst/>
              <a:ahLst/>
              <a:cxnLst/>
              <a:rect l="l" t="t" r="r" b="b"/>
              <a:pathLst>
                <a:path w="2271395" h="304800">
                  <a:moveTo>
                    <a:pt x="2270875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2270875" y="304799"/>
                  </a:lnTo>
                  <a:lnTo>
                    <a:pt x="2270875" y="0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30211" y="5568788"/>
              <a:ext cx="2284095" cy="317500"/>
            </a:xfrm>
            <a:custGeom>
              <a:avLst/>
              <a:gdLst/>
              <a:ahLst/>
              <a:cxnLst/>
              <a:rect l="l" t="t" r="r" b="b"/>
              <a:pathLst>
                <a:path w="2284095" h="317500">
                  <a:moveTo>
                    <a:pt x="6350" y="0"/>
                  </a:moveTo>
                  <a:lnTo>
                    <a:pt x="6350" y="317500"/>
                  </a:lnTo>
                </a:path>
                <a:path w="2284095" h="317500">
                  <a:moveTo>
                    <a:pt x="2277226" y="0"/>
                  </a:moveTo>
                  <a:lnTo>
                    <a:pt x="2277226" y="317500"/>
                  </a:lnTo>
                </a:path>
                <a:path w="2284095" h="317500">
                  <a:moveTo>
                    <a:pt x="0" y="6350"/>
                  </a:moveTo>
                  <a:lnTo>
                    <a:pt x="2283576" y="6350"/>
                  </a:lnTo>
                </a:path>
                <a:path w="2284095" h="317500">
                  <a:moveTo>
                    <a:pt x="0" y="311150"/>
                  </a:moveTo>
                  <a:lnTo>
                    <a:pt x="2283576" y="3111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355851" y="5689439"/>
              <a:ext cx="1080770" cy="76200"/>
            </a:xfrm>
            <a:custGeom>
              <a:avLst/>
              <a:gdLst/>
              <a:ahLst/>
              <a:cxnLst/>
              <a:rect l="l" t="t" r="r" b="b"/>
              <a:pathLst>
                <a:path w="1080770" h="76200">
                  <a:moveTo>
                    <a:pt x="1004510" y="0"/>
                  </a:moveTo>
                  <a:lnTo>
                    <a:pt x="1004510" y="76200"/>
                  </a:lnTo>
                  <a:lnTo>
                    <a:pt x="1071185" y="42862"/>
                  </a:lnTo>
                  <a:lnTo>
                    <a:pt x="1017210" y="42862"/>
                  </a:lnTo>
                  <a:lnTo>
                    <a:pt x="1017210" y="33337"/>
                  </a:lnTo>
                  <a:lnTo>
                    <a:pt x="1071185" y="33337"/>
                  </a:lnTo>
                  <a:lnTo>
                    <a:pt x="1004510" y="0"/>
                  </a:lnTo>
                  <a:close/>
                </a:path>
                <a:path w="1080770" h="76200">
                  <a:moveTo>
                    <a:pt x="1004510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1004510" y="42862"/>
                  </a:lnTo>
                  <a:lnTo>
                    <a:pt x="1004510" y="33337"/>
                  </a:lnTo>
                  <a:close/>
                </a:path>
                <a:path w="1080770" h="76200">
                  <a:moveTo>
                    <a:pt x="1071185" y="33337"/>
                  </a:moveTo>
                  <a:lnTo>
                    <a:pt x="1017210" y="33337"/>
                  </a:lnTo>
                  <a:lnTo>
                    <a:pt x="1017210" y="42862"/>
                  </a:lnTo>
                  <a:lnTo>
                    <a:pt x="1071185" y="42862"/>
                  </a:lnTo>
                  <a:lnTo>
                    <a:pt x="1080710" y="38100"/>
                  </a:lnTo>
                  <a:lnTo>
                    <a:pt x="1071185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787909" y="3441547"/>
              <a:ext cx="1527810" cy="2438400"/>
            </a:xfrm>
            <a:custGeom>
              <a:avLst/>
              <a:gdLst/>
              <a:ahLst/>
              <a:cxnLst/>
              <a:rect l="l" t="t" r="r" b="b"/>
              <a:pathLst>
                <a:path w="1527809" h="2438400">
                  <a:moveTo>
                    <a:pt x="152754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0" y="609600"/>
                  </a:lnTo>
                  <a:lnTo>
                    <a:pt x="0" y="2438400"/>
                  </a:lnTo>
                  <a:lnTo>
                    <a:pt x="1527543" y="2438400"/>
                  </a:lnTo>
                  <a:lnTo>
                    <a:pt x="1527543" y="304800"/>
                  </a:lnTo>
                  <a:lnTo>
                    <a:pt x="1527543" y="0"/>
                  </a:lnTo>
                  <a:close/>
                </a:path>
              </a:pathLst>
            </a:custGeom>
            <a:solidFill>
              <a:srgbClr val="558E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781559" y="3739997"/>
              <a:ext cx="1540510" cy="1841500"/>
            </a:xfrm>
            <a:custGeom>
              <a:avLst/>
              <a:gdLst/>
              <a:ahLst/>
              <a:cxnLst/>
              <a:rect l="l" t="t" r="r" b="b"/>
              <a:pathLst>
                <a:path w="1540509" h="1841500">
                  <a:moveTo>
                    <a:pt x="1540243" y="1828800"/>
                  </a:moveTo>
                  <a:lnTo>
                    <a:pt x="0" y="1828800"/>
                  </a:lnTo>
                  <a:lnTo>
                    <a:pt x="0" y="1841500"/>
                  </a:lnTo>
                  <a:lnTo>
                    <a:pt x="1540243" y="1841500"/>
                  </a:lnTo>
                  <a:lnTo>
                    <a:pt x="1540243" y="1828800"/>
                  </a:lnTo>
                  <a:close/>
                </a:path>
                <a:path w="1540509" h="1841500">
                  <a:moveTo>
                    <a:pt x="1540243" y="1524000"/>
                  </a:moveTo>
                  <a:lnTo>
                    <a:pt x="0" y="1524000"/>
                  </a:lnTo>
                  <a:lnTo>
                    <a:pt x="0" y="1536700"/>
                  </a:lnTo>
                  <a:lnTo>
                    <a:pt x="1540243" y="1536700"/>
                  </a:lnTo>
                  <a:lnTo>
                    <a:pt x="1540243" y="1524000"/>
                  </a:lnTo>
                  <a:close/>
                </a:path>
                <a:path w="1540509" h="1841500">
                  <a:moveTo>
                    <a:pt x="1540243" y="1219200"/>
                  </a:moveTo>
                  <a:lnTo>
                    <a:pt x="0" y="1219200"/>
                  </a:lnTo>
                  <a:lnTo>
                    <a:pt x="0" y="1231900"/>
                  </a:lnTo>
                  <a:lnTo>
                    <a:pt x="1540243" y="1231900"/>
                  </a:lnTo>
                  <a:lnTo>
                    <a:pt x="1540243" y="1219200"/>
                  </a:lnTo>
                  <a:close/>
                </a:path>
                <a:path w="1540509" h="1841500">
                  <a:moveTo>
                    <a:pt x="1540243" y="914400"/>
                  </a:moveTo>
                  <a:lnTo>
                    <a:pt x="0" y="914400"/>
                  </a:lnTo>
                  <a:lnTo>
                    <a:pt x="0" y="927100"/>
                  </a:lnTo>
                  <a:lnTo>
                    <a:pt x="1540243" y="927100"/>
                  </a:lnTo>
                  <a:lnTo>
                    <a:pt x="1540243" y="914400"/>
                  </a:lnTo>
                  <a:close/>
                </a:path>
                <a:path w="1540509" h="1841500">
                  <a:moveTo>
                    <a:pt x="1540243" y="609600"/>
                  </a:moveTo>
                  <a:lnTo>
                    <a:pt x="0" y="609600"/>
                  </a:lnTo>
                  <a:lnTo>
                    <a:pt x="0" y="622300"/>
                  </a:lnTo>
                  <a:lnTo>
                    <a:pt x="1540243" y="622300"/>
                  </a:lnTo>
                  <a:lnTo>
                    <a:pt x="1540243" y="609600"/>
                  </a:lnTo>
                  <a:close/>
                </a:path>
                <a:path w="1540509" h="1841500">
                  <a:moveTo>
                    <a:pt x="1540243" y="304800"/>
                  </a:moveTo>
                  <a:lnTo>
                    <a:pt x="0" y="304800"/>
                  </a:lnTo>
                  <a:lnTo>
                    <a:pt x="0" y="317500"/>
                  </a:lnTo>
                  <a:lnTo>
                    <a:pt x="1540243" y="317500"/>
                  </a:lnTo>
                  <a:lnTo>
                    <a:pt x="1540243" y="304800"/>
                  </a:lnTo>
                  <a:close/>
                </a:path>
                <a:path w="1540509" h="1841500">
                  <a:moveTo>
                    <a:pt x="154024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540243" y="12700"/>
                  </a:lnTo>
                  <a:lnTo>
                    <a:pt x="1540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781566" y="3435188"/>
              <a:ext cx="1540510" cy="2451100"/>
            </a:xfrm>
            <a:custGeom>
              <a:avLst/>
              <a:gdLst/>
              <a:ahLst/>
              <a:cxnLst/>
              <a:rect l="l" t="t" r="r" b="b"/>
              <a:pathLst>
                <a:path w="1540509" h="2451100">
                  <a:moveTo>
                    <a:pt x="6350" y="0"/>
                  </a:moveTo>
                  <a:lnTo>
                    <a:pt x="6350" y="2451100"/>
                  </a:lnTo>
                </a:path>
                <a:path w="1540509" h="2451100">
                  <a:moveTo>
                    <a:pt x="1533895" y="0"/>
                  </a:moveTo>
                  <a:lnTo>
                    <a:pt x="1533895" y="2451100"/>
                  </a:lnTo>
                </a:path>
                <a:path w="1540509" h="2451100">
                  <a:moveTo>
                    <a:pt x="0" y="6350"/>
                  </a:moveTo>
                  <a:lnTo>
                    <a:pt x="1540245" y="6350"/>
                  </a:lnTo>
                </a:path>
                <a:path w="1540509" h="2451100">
                  <a:moveTo>
                    <a:pt x="0" y="2444750"/>
                  </a:moveTo>
                  <a:lnTo>
                    <a:pt x="1540245" y="24447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707321" y="3556551"/>
              <a:ext cx="1080770" cy="76200"/>
            </a:xfrm>
            <a:custGeom>
              <a:avLst/>
              <a:gdLst/>
              <a:ahLst/>
              <a:cxnLst/>
              <a:rect l="l" t="t" r="r" b="b"/>
              <a:pathLst>
                <a:path w="1080770" h="76200">
                  <a:moveTo>
                    <a:pt x="1004510" y="0"/>
                  </a:moveTo>
                  <a:lnTo>
                    <a:pt x="1004510" y="76199"/>
                  </a:lnTo>
                  <a:lnTo>
                    <a:pt x="1071185" y="42862"/>
                  </a:lnTo>
                  <a:lnTo>
                    <a:pt x="1017210" y="42862"/>
                  </a:lnTo>
                  <a:lnTo>
                    <a:pt x="1017210" y="33337"/>
                  </a:lnTo>
                  <a:lnTo>
                    <a:pt x="1071185" y="33337"/>
                  </a:lnTo>
                  <a:lnTo>
                    <a:pt x="1004510" y="0"/>
                  </a:lnTo>
                  <a:close/>
                </a:path>
                <a:path w="1080770" h="76200">
                  <a:moveTo>
                    <a:pt x="1004510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1004510" y="42862"/>
                  </a:lnTo>
                  <a:lnTo>
                    <a:pt x="1004510" y="33337"/>
                  </a:lnTo>
                  <a:close/>
                </a:path>
                <a:path w="1080770" h="76200">
                  <a:moveTo>
                    <a:pt x="1071185" y="33337"/>
                  </a:moveTo>
                  <a:lnTo>
                    <a:pt x="1017210" y="33337"/>
                  </a:lnTo>
                  <a:lnTo>
                    <a:pt x="1017210" y="42862"/>
                  </a:lnTo>
                  <a:lnTo>
                    <a:pt x="1071185" y="42862"/>
                  </a:lnTo>
                  <a:lnTo>
                    <a:pt x="1080710" y="38100"/>
                  </a:lnTo>
                  <a:lnTo>
                    <a:pt x="1071185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6621" y="3254099"/>
              <a:ext cx="648207" cy="223520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384245" y="2948596"/>
              <a:ext cx="3404235" cy="2822575"/>
            </a:xfrm>
            <a:custGeom>
              <a:avLst/>
              <a:gdLst/>
              <a:ahLst/>
              <a:cxnLst/>
              <a:rect l="l" t="t" r="r" b="b"/>
              <a:pathLst>
                <a:path w="3404234" h="2822575">
                  <a:moveTo>
                    <a:pt x="76200" y="308152"/>
                  </a:moveTo>
                  <a:lnTo>
                    <a:pt x="42862" y="308152"/>
                  </a:lnTo>
                  <a:lnTo>
                    <a:pt x="42862" y="0"/>
                  </a:lnTo>
                  <a:lnTo>
                    <a:pt x="33337" y="0"/>
                  </a:lnTo>
                  <a:lnTo>
                    <a:pt x="33337" y="308152"/>
                  </a:lnTo>
                  <a:lnTo>
                    <a:pt x="0" y="308152"/>
                  </a:lnTo>
                  <a:lnTo>
                    <a:pt x="38100" y="384352"/>
                  </a:lnTo>
                  <a:lnTo>
                    <a:pt x="69850" y="320852"/>
                  </a:lnTo>
                  <a:lnTo>
                    <a:pt x="76200" y="308152"/>
                  </a:lnTo>
                  <a:close/>
                </a:path>
                <a:path w="3404234" h="2822575">
                  <a:moveTo>
                    <a:pt x="3403663" y="2784144"/>
                  </a:moveTo>
                  <a:lnTo>
                    <a:pt x="3394138" y="2779382"/>
                  </a:lnTo>
                  <a:lnTo>
                    <a:pt x="3327463" y="2746044"/>
                  </a:lnTo>
                  <a:lnTo>
                    <a:pt x="3327463" y="2779382"/>
                  </a:lnTo>
                  <a:lnTo>
                    <a:pt x="2322957" y="2779382"/>
                  </a:lnTo>
                  <a:lnTo>
                    <a:pt x="2322957" y="2788907"/>
                  </a:lnTo>
                  <a:lnTo>
                    <a:pt x="3327463" y="2788907"/>
                  </a:lnTo>
                  <a:lnTo>
                    <a:pt x="3327463" y="2822244"/>
                  </a:lnTo>
                  <a:lnTo>
                    <a:pt x="3394138" y="2788907"/>
                  </a:lnTo>
                  <a:lnTo>
                    <a:pt x="3403663" y="2784144"/>
                  </a:lnTo>
                  <a:close/>
                </a:path>
                <a:path w="3404234" h="2822575">
                  <a:moveTo>
                    <a:pt x="3403663" y="928763"/>
                  </a:moveTo>
                  <a:lnTo>
                    <a:pt x="3394138" y="924001"/>
                  </a:lnTo>
                  <a:lnTo>
                    <a:pt x="3327463" y="890663"/>
                  </a:lnTo>
                  <a:lnTo>
                    <a:pt x="3327463" y="924001"/>
                  </a:lnTo>
                  <a:lnTo>
                    <a:pt x="2322957" y="924001"/>
                  </a:lnTo>
                  <a:lnTo>
                    <a:pt x="2322957" y="933526"/>
                  </a:lnTo>
                  <a:lnTo>
                    <a:pt x="3327463" y="933526"/>
                  </a:lnTo>
                  <a:lnTo>
                    <a:pt x="3327463" y="966863"/>
                  </a:lnTo>
                  <a:lnTo>
                    <a:pt x="3394138" y="933526"/>
                  </a:lnTo>
                  <a:lnTo>
                    <a:pt x="3403663" y="928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15637" y="3140917"/>
            <a:ext cx="312724" cy="224942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2797655" y="4342892"/>
            <a:ext cx="193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7250" y="3140917"/>
            <a:ext cx="588872" cy="192024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6149008" y="4348988"/>
            <a:ext cx="193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6" name="object 4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8548" y="3505930"/>
            <a:ext cx="221488" cy="148336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8264" y="3842665"/>
            <a:ext cx="227584" cy="148336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2452" y="5651968"/>
            <a:ext cx="278384" cy="148335"/>
          </a:xfrm>
          <a:prstGeom prst="rect">
            <a:avLst/>
          </a:prstGeom>
        </p:spPr>
      </p:pic>
      <p:sp>
        <p:nvSpPr>
          <p:cNvPr id="49" name="object 49" descr=""/>
          <p:cNvSpPr txBox="1"/>
          <p:nvPr/>
        </p:nvSpPr>
        <p:spPr>
          <a:xfrm>
            <a:off x="529302" y="4534915"/>
            <a:ext cx="290830" cy="1936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z="1800" spc="-5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0" name="object 5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99211" y="1820152"/>
            <a:ext cx="1885696" cy="646176"/>
          </a:xfrm>
          <a:prstGeom prst="rect">
            <a:avLst/>
          </a:prstGeom>
        </p:spPr>
      </p:pic>
      <p:sp>
        <p:nvSpPr>
          <p:cNvPr id="51" name="object 51" descr=""/>
          <p:cNvSpPr txBox="1"/>
          <p:nvPr/>
        </p:nvSpPr>
        <p:spPr>
          <a:xfrm>
            <a:off x="78739" y="858011"/>
            <a:ext cx="82099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5600" algn="l"/>
              </a:tabLst>
            </a:pP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representation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every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“single”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fed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into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same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neural </a:t>
            </a:r>
            <a:r>
              <a:rPr dirty="0" sz="2000">
                <a:latin typeface="Trebuchet MS"/>
                <a:cs typeface="Trebuchet MS"/>
              </a:rPr>
              <a:t>network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transformed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independently.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52" name="object 52" descr=""/>
          <p:cNvSpPr txBox="1"/>
          <p:nvPr/>
        </p:nvSpPr>
        <p:spPr>
          <a:xfrm>
            <a:off x="3200022" y="2578100"/>
            <a:ext cx="466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Relu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Decoder</a:t>
            </a:r>
            <a:r>
              <a:rPr dirty="0" spc="-100"/>
              <a:t> </a:t>
            </a:r>
            <a:r>
              <a:rPr dirty="0" spc="-20"/>
              <a:t>part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70" y="1189739"/>
            <a:ext cx="3369466" cy="495311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89529" y="779779"/>
            <a:ext cx="5194935" cy="145097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Decoder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6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identical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layers</a:t>
            </a:r>
            <a:endParaRPr sz="24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520"/>
              </a:spcBef>
              <a:buChar char="•"/>
              <a:tabLst>
                <a:tab pos="755015" algn="l"/>
              </a:tabLst>
            </a:pPr>
            <a:r>
              <a:rPr dirty="0" sz="2000">
                <a:latin typeface="Trebuchet MS"/>
                <a:cs typeface="Trebuchet MS"/>
              </a:rPr>
              <a:t>Masked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multi-</a:t>
            </a:r>
            <a:r>
              <a:rPr dirty="0" sz="2000">
                <a:latin typeface="Trebuchet MS"/>
                <a:cs typeface="Trebuchet MS"/>
              </a:rPr>
              <a:t>head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layer</a:t>
            </a:r>
            <a:endParaRPr sz="2000">
              <a:latin typeface="Trebuchet MS"/>
              <a:cs typeface="Trebuchet MS"/>
            </a:endParaRPr>
          </a:p>
          <a:p>
            <a:pPr marL="75565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+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Multi-</a:t>
            </a:r>
            <a:r>
              <a:rPr dirty="0" sz="1600" b="1">
                <a:latin typeface="Trebuchet MS"/>
                <a:cs typeface="Trebuchet MS"/>
              </a:rPr>
              <a:t>head</a:t>
            </a:r>
            <a:r>
              <a:rPr dirty="0" sz="1600" spc="-2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Encoder-</a:t>
            </a:r>
            <a:r>
              <a:rPr dirty="0" sz="1600" b="1">
                <a:latin typeface="Trebuchet MS"/>
                <a:cs typeface="Trebuchet MS"/>
              </a:rPr>
              <a:t>decoder</a:t>
            </a:r>
            <a:r>
              <a:rPr dirty="0" sz="1600" spc="-5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attention</a:t>
            </a:r>
            <a:r>
              <a:rPr dirty="0" sz="1600" spc="-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layer</a:t>
            </a:r>
            <a:endParaRPr sz="1600">
              <a:latin typeface="Trebuchet MS"/>
              <a:cs typeface="Trebuchet MS"/>
            </a:endParaRPr>
          </a:p>
          <a:p>
            <a:pPr marL="755650">
              <a:lnSpc>
                <a:spcPct val="100000"/>
              </a:lnSpc>
            </a:pPr>
            <a:r>
              <a:rPr dirty="0" sz="2000">
                <a:latin typeface="Trebuchet MS"/>
                <a:cs typeface="Trebuchet MS"/>
              </a:rPr>
              <a:t>+</a:t>
            </a:r>
            <a:r>
              <a:rPr dirty="0" sz="2000" spc="-10">
                <a:latin typeface="Trebuchet MS"/>
                <a:cs typeface="Trebuchet MS"/>
              </a:rPr>
              <a:t> Position-</a:t>
            </a:r>
            <a:r>
              <a:rPr dirty="0" sz="2000">
                <a:latin typeface="Trebuchet MS"/>
                <a:cs typeface="Trebuchet MS"/>
              </a:rPr>
              <a:t>wise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feed-</a:t>
            </a:r>
            <a:r>
              <a:rPr dirty="0" sz="2000">
                <a:latin typeface="Trebuchet MS"/>
                <a:cs typeface="Trebuchet MS"/>
              </a:rPr>
              <a:t>forward</a:t>
            </a:r>
            <a:r>
              <a:rPr dirty="0" sz="2000" spc="-10">
                <a:latin typeface="Trebuchet MS"/>
                <a:cs typeface="Trebuchet MS"/>
              </a:rPr>
              <a:t> network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46729" y="2574035"/>
            <a:ext cx="47955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7180" marR="5080" indent="-28448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2000">
                <a:latin typeface="Trebuchet MS"/>
                <a:cs typeface="Trebuchet MS"/>
              </a:rPr>
              <a:t>Masked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multi-</a:t>
            </a:r>
            <a:r>
              <a:rPr dirty="0" sz="2000">
                <a:latin typeface="Trebuchet MS"/>
                <a:cs typeface="Trebuchet MS"/>
              </a:rPr>
              <a:t>head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layer </a:t>
            </a:r>
            <a:r>
              <a:rPr dirty="0" sz="2000" spc="-1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preventing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positions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from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attending </a:t>
            </a:r>
            <a:r>
              <a:rPr dirty="0" sz="2000" spc="-1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subsequent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positions.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7840" y="2620771"/>
            <a:ext cx="1148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Encoder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Output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26" y="2416169"/>
            <a:ext cx="1009339" cy="160398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Masked</a:t>
            </a:r>
            <a:r>
              <a:rPr dirty="0" sz="2800" spc="-30"/>
              <a:t> </a:t>
            </a:r>
            <a:r>
              <a:rPr dirty="0" sz="2800" spc="-20"/>
              <a:t>Self-</a:t>
            </a:r>
            <a:r>
              <a:rPr dirty="0" sz="2800" spc="-10"/>
              <a:t>Attention</a:t>
            </a:r>
            <a:endParaRPr sz="2800"/>
          </a:p>
        </p:txBody>
      </p:sp>
      <p:grpSp>
        <p:nvGrpSpPr>
          <p:cNvPr id="3" name="object 3" descr=""/>
          <p:cNvGrpSpPr/>
          <p:nvPr/>
        </p:nvGrpSpPr>
        <p:grpSpPr>
          <a:xfrm>
            <a:off x="1031317" y="1510688"/>
            <a:ext cx="1727200" cy="3945254"/>
            <a:chOff x="1031317" y="1510688"/>
            <a:chExt cx="1727200" cy="394525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317" y="1510688"/>
              <a:ext cx="1727053" cy="336917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6030" y="5154662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76030" y="5154662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674150" y="52024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2168" y="5836411"/>
            <a:ext cx="1607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6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baseline="10802" sz="2700" spc="-52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baseline="10802" sz="270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2314" sz="180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baseline="10802" sz="270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r>
              <a:rPr dirty="0" baseline="10802" sz="2700" spc="5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Gulim"/>
                <a:cs typeface="Gulim"/>
              </a:rPr>
              <a:t>Input</a:t>
            </a:r>
            <a:endParaRPr sz="1800">
              <a:latin typeface="Gulim"/>
              <a:cs typeface="Guli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895406" y="5141963"/>
            <a:ext cx="1235075" cy="648970"/>
            <a:chOff x="1895406" y="5141963"/>
            <a:chExt cx="1235075" cy="648970"/>
          </a:xfrm>
        </p:grpSpPr>
        <p:sp>
          <p:nvSpPr>
            <p:cNvPr id="10" name="object 10" descr=""/>
            <p:cNvSpPr/>
            <p:nvPr/>
          </p:nvSpPr>
          <p:spPr>
            <a:xfrm>
              <a:off x="1895406" y="5442662"/>
              <a:ext cx="86360" cy="348615"/>
            </a:xfrm>
            <a:custGeom>
              <a:avLst/>
              <a:gdLst/>
              <a:ahLst/>
              <a:cxnLst/>
              <a:rect l="l" t="t" r="r" b="b"/>
              <a:pathLst>
                <a:path w="86360" h="348614">
                  <a:moveTo>
                    <a:pt x="57240" y="71466"/>
                  </a:moveTo>
                  <a:lnTo>
                    <a:pt x="28665" y="71466"/>
                  </a:lnTo>
                  <a:lnTo>
                    <a:pt x="28636" y="85792"/>
                  </a:lnTo>
                  <a:lnTo>
                    <a:pt x="28513" y="119604"/>
                  </a:lnTo>
                  <a:lnTo>
                    <a:pt x="28242" y="158950"/>
                  </a:lnTo>
                  <a:lnTo>
                    <a:pt x="27890" y="174211"/>
                  </a:lnTo>
                  <a:lnTo>
                    <a:pt x="27775" y="177754"/>
                  </a:lnTo>
                  <a:lnTo>
                    <a:pt x="27410" y="216696"/>
                  </a:lnTo>
                  <a:lnTo>
                    <a:pt x="27240" y="254871"/>
                  </a:lnTo>
                  <a:lnTo>
                    <a:pt x="27084" y="348169"/>
                  </a:lnTo>
                  <a:lnTo>
                    <a:pt x="55659" y="348169"/>
                  </a:lnTo>
                  <a:lnTo>
                    <a:pt x="55731" y="284265"/>
                  </a:lnTo>
                  <a:lnTo>
                    <a:pt x="55815" y="254871"/>
                  </a:lnTo>
                  <a:lnTo>
                    <a:pt x="55986" y="216696"/>
                  </a:lnTo>
                  <a:lnTo>
                    <a:pt x="56359" y="177754"/>
                  </a:lnTo>
                  <a:lnTo>
                    <a:pt x="56540" y="174211"/>
                  </a:lnTo>
                  <a:lnTo>
                    <a:pt x="56658" y="170555"/>
                  </a:lnTo>
                  <a:lnTo>
                    <a:pt x="57088" y="119755"/>
                  </a:lnTo>
                  <a:lnTo>
                    <a:pt x="57211" y="85792"/>
                  </a:lnTo>
                  <a:lnTo>
                    <a:pt x="57240" y="71466"/>
                  </a:lnTo>
                  <a:close/>
                </a:path>
                <a:path w="86360" h="348614">
                  <a:moveTo>
                    <a:pt x="43064" y="0"/>
                  </a:moveTo>
                  <a:lnTo>
                    <a:pt x="0" y="85792"/>
                  </a:lnTo>
                  <a:lnTo>
                    <a:pt x="28636" y="85792"/>
                  </a:lnTo>
                  <a:lnTo>
                    <a:pt x="28665" y="71466"/>
                  </a:lnTo>
                  <a:lnTo>
                    <a:pt x="78657" y="71466"/>
                  </a:lnTo>
                  <a:lnTo>
                    <a:pt x="43064" y="0"/>
                  </a:lnTo>
                  <a:close/>
                </a:path>
                <a:path w="86360" h="348614">
                  <a:moveTo>
                    <a:pt x="78657" y="71466"/>
                  </a:moveTo>
                  <a:lnTo>
                    <a:pt x="57240" y="71466"/>
                  </a:lnTo>
                  <a:lnTo>
                    <a:pt x="57211" y="85792"/>
                  </a:lnTo>
                  <a:lnTo>
                    <a:pt x="85792" y="85792"/>
                  </a:lnTo>
                  <a:lnTo>
                    <a:pt x="78657" y="714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92460" y="5154663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1"/>
                  </a:lnTo>
                  <a:lnTo>
                    <a:pt x="14059" y="14058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2"/>
                  </a:lnTo>
                  <a:lnTo>
                    <a:pt x="14059" y="273939"/>
                  </a:lnTo>
                  <a:lnTo>
                    <a:pt x="29316" y="284226"/>
                  </a:lnTo>
                  <a:lnTo>
                    <a:pt x="48000" y="287999"/>
                  </a:lnTo>
                  <a:lnTo>
                    <a:pt x="676876" y="287999"/>
                  </a:lnTo>
                  <a:lnTo>
                    <a:pt x="695561" y="284226"/>
                  </a:lnTo>
                  <a:lnTo>
                    <a:pt x="710819" y="273939"/>
                  </a:lnTo>
                  <a:lnTo>
                    <a:pt x="721106" y="258682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8"/>
                  </a:lnTo>
                  <a:lnTo>
                    <a:pt x="695561" y="3771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92460" y="5154663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490580" y="52024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6016" y="4888955"/>
            <a:ext cx="2019300" cy="902969"/>
            <a:chOff x="736016" y="4888955"/>
            <a:chExt cx="2019300" cy="902969"/>
          </a:xfrm>
        </p:grpSpPr>
        <p:sp>
          <p:nvSpPr>
            <p:cNvPr id="15" name="object 15" descr=""/>
            <p:cNvSpPr/>
            <p:nvPr/>
          </p:nvSpPr>
          <p:spPr>
            <a:xfrm>
              <a:off x="1895602" y="4888966"/>
              <a:ext cx="859790" cy="902969"/>
            </a:xfrm>
            <a:custGeom>
              <a:avLst/>
              <a:gdLst/>
              <a:ahLst/>
              <a:cxnLst/>
              <a:rect l="l" t="t" r="r" b="b"/>
              <a:pathLst>
                <a:path w="859789" h="902970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696"/>
                  </a:lnTo>
                  <a:lnTo>
                    <a:pt x="57150" y="265696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859789" h="902970">
                  <a:moveTo>
                    <a:pt x="727989" y="85725"/>
                  </a:moveTo>
                  <a:lnTo>
                    <a:pt x="720839" y="71437"/>
                  </a:lnTo>
                  <a:lnTo>
                    <a:pt x="685126" y="0"/>
                  </a:lnTo>
                  <a:lnTo>
                    <a:pt x="642251" y="85725"/>
                  </a:lnTo>
                  <a:lnTo>
                    <a:pt x="670826" y="85725"/>
                  </a:lnTo>
                  <a:lnTo>
                    <a:pt x="670826" y="265696"/>
                  </a:lnTo>
                  <a:lnTo>
                    <a:pt x="699401" y="265696"/>
                  </a:lnTo>
                  <a:lnTo>
                    <a:pt x="699401" y="85725"/>
                  </a:lnTo>
                  <a:lnTo>
                    <a:pt x="727989" y="85725"/>
                  </a:lnTo>
                  <a:close/>
                </a:path>
                <a:path w="859789" h="902970">
                  <a:moveTo>
                    <a:pt x="859294" y="553707"/>
                  </a:moveTo>
                  <a:lnTo>
                    <a:pt x="777303" y="603338"/>
                  </a:lnTo>
                  <a:lnTo>
                    <a:pt x="799706" y="617474"/>
                  </a:lnTo>
                  <a:lnTo>
                    <a:pt x="795997" y="621868"/>
                  </a:lnTo>
                  <a:lnTo>
                    <a:pt x="752970" y="647687"/>
                  </a:lnTo>
                  <a:lnTo>
                    <a:pt x="697077" y="671525"/>
                  </a:lnTo>
                  <a:lnTo>
                    <a:pt x="632625" y="690994"/>
                  </a:lnTo>
                  <a:lnTo>
                    <a:pt x="562152" y="705002"/>
                  </a:lnTo>
                  <a:lnTo>
                    <a:pt x="488162" y="712495"/>
                  </a:lnTo>
                  <a:lnTo>
                    <a:pt x="410845" y="714540"/>
                  </a:lnTo>
                  <a:lnTo>
                    <a:pt x="372148" y="717511"/>
                  </a:lnTo>
                  <a:lnTo>
                    <a:pt x="334086" y="722312"/>
                  </a:lnTo>
                  <a:lnTo>
                    <a:pt x="260946" y="736854"/>
                  </a:lnTo>
                  <a:lnTo>
                    <a:pt x="193700" y="757174"/>
                  </a:lnTo>
                  <a:lnTo>
                    <a:pt x="134607" y="782383"/>
                  </a:lnTo>
                  <a:lnTo>
                    <a:pt x="85852" y="811822"/>
                  </a:lnTo>
                  <a:lnTo>
                    <a:pt x="50571" y="844118"/>
                  </a:lnTo>
                  <a:lnTo>
                    <a:pt x="30010" y="880821"/>
                  </a:lnTo>
                  <a:lnTo>
                    <a:pt x="26924" y="900823"/>
                  </a:lnTo>
                  <a:lnTo>
                    <a:pt x="55422" y="902893"/>
                  </a:lnTo>
                  <a:lnTo>
                    <a:pt x="56007" y="894740"/>
                  </a:lnTo>
                  <a:lnTo>
                    <a:pt x="56870" y="891133"/>
                  </a:lnTo>
                  <a:lnTo>
                    <a:pt x="57124" y="890054"/>
                  </a:lnTo>
                  <a:lnTo>
                    <a:pt x="57759" y="888568"/>
                  </a:lnTo>
                  <a:lnTo>
                    <a:pt x="62433" y="877531"/>
                  </a:lnTo>
                  <a:lnTo>
                    <a:pt x="62941" y="876312"/>
                  </a:lnTo>
                  <a:lnTo>
                    <a:pt x="63881" y="874953"/>
                  </a:lnTo>
                  <a:lnTo>
                    <a:pt x="71920" y="863371"/>
                  </a:lnTo>
                  <a:lnTo>
                    <a:pt x="72478" y="862558"/>
                  </a:lnTo>
                  <a:lnTo>
                    <a:pt x="72212" y="862799"/>
                  </a:lnTo>
                  <a:lnTo>
                    <a:pt x="72364" y="862558"/>
                  </a:lnTo>
                  <a:lnTo>
                    <a:pt x="73139" y="861618"/>
                  </a:lnTo>
                  <a:lnTo>
                    <a:pt x="72478" y="862558"/>
                  </a:lnTo>
                  <a:lnTo>
                    <a:pt x="73380" y="861618"/>
                  </a:lnTo>
                  <a:lnTo>
                    <a:pt x="103847" y="834021"/>
                  </a:lnTo>
                  <a:lnTo>
                    <a:pt x="148361" y="807440"/>
                  </a:lnTo>
                  <a:lnTo>
                    <a:pt x="204114" y="783780"/>
                  </a:lnTo>
                  <a:lnTo>
                    <a:pt x="268516" y="764400"/>
                  </a:lnTo>
                  <a:lnTo>
                    <a:pt x="338975" y="750468"/>
                  </a:lnTo>
                  <a:lnTo>
                    <a:pt x="413029" y="743026"/>
                  </a:lnTo>
                  <a:lnTo>
                    <a:pt x="488899" y="741070"/>
                  </a:lnTo>
                  <a:lnTo>
                    <a:pt x="527621" y="738124"/>
                  </a:lnTo>
                  <a:lnTo>
                    <a:pt x="565708" y="733348"/>
                  </a:lnTo>
                  <a:lnTo>
                    <a:pt x="638848" y="718883"/>
                  </a:lnTo>
                  <a:lnTo>
                    <a:pt x="705764" y="698741"/>
                  </a:lnTo>
                  <a:lnTo>
                    <a:pt x="764971" y="673620"/>
                  </a:lnTo>
                  <a:lnTo>
                    <a:pt x="814628" y="643813"/>
                  </a:lnTo>
                  <a:lnTo>
                    <a:pt x="824090" y="632853"/>
                  </a:lnTo>
                  <a:lnTo>
                    <a:pt x="849807" y="649071"/>
                  </a:lnTo>
                  <a:lnTo>
                    <a:pt x="854202" y="604926"/>
                  </a:lnTo>
                  <a:lnTo>
                    <a:pt x="859294" y="553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8716" y="51546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1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20" y="273941"/>
                  </a:lnTo>
                  <a:lnTo>
                    <a:pt x="721107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8716" y="5154659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46837" y="5202408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95817" y="2804760"/>
            <a:ext cx="1522095" cy="2987675"/>
            <a:chOff x="895817" y="2804760"/>
            <a:chExt cx="1522095" cy="2987675"/>
          </a:xfrm>
        </p:grpSpPr>
        <p:sp>
          <p:nvSpPr>
            <p:cNvPr id="20" name="object 20" descr=""/>
            <p:cNvSpPr/>
            <p:nvPr/>
          </p:nvSpPr>
          <p:spPr>
            <a:xfrm>
              <a:off x="1111148" y="4899850"/>
              <a:ext cx="840105" cy="892175"/>
            </a:xfrm>
            <a:custGeom>
              <a:avLst/>
              <a:gdLst/>
              <a:ahLst/>
              <a:cxnLst/>
              <a:rect l="l" t="t" r="r" b="b"/>
              <a:pathLst>
                <a:path w="840105" h="892175">
                  <a:moveTo>
                    <a:pt x="282346" y="85725"/>
                  </a:moveTo>
                  <a:lnTo>
                    <a:pt x="275209" y="71437"/>
                  </a:lnTo>
                  <a:lnTo>
                    <a:pt x="239483" y="0"/>
                  </a:lnTo>
                  <a:lnTo>
                    <a:pt x="196621" y="85725"/>
                  </a:lnTo>
                  <a:lnTo>
                    <a:pt x="225196" y="85725"/>
                  </a:lnTo>
                  <a:lnTo>
                    <a:pt x="225196" y="265696"/>
                  </a:lnTo>
                  <a:lnTo>
                    <a:pt x="253771" y="265696"/>
                  </a:lnTo>
                  <a:lnTo>
                    <a:pt x="253771" y="85725"/>
                  </a:lnTo>
                  <a:lnTo>
                    <a:pt x="282346" y="85725"/>
                  </a:lnTo>
                  <a:close/>
                </a:path>
                <a:path w="840105" h="892175">
                  <a:moveTo>
                    <a:pt x="829106" y="851992"/>
                  </a:moveTo>
                  <a:lnTo>
                    <a:pt x="828624" y="851128"/>
                  </a:lnTo>
                  <a:lnTo>
                    <a:pt x="828382" y="850785"/>
                  </a:lnTo>
                  <a:lnTo>
                    <a:pt x="816483" y="833780"/>
                  </a:lnTo>
                  <a:lnTo>
                    <a:pt x="780402" y="800900"/>
                  </a:lnTo>
                  <a:lnTo>
                    <a:pt x="731215" y="771474"/>
                  </a:lnTo>
                  <a:lnTo>
                    <a:pt x="671601" y="746264"/>
                  </a:lnTo>
                  <a:lnTo>
                    <a:pt x="603770" y="725957"/>
                  </a:lnTo>
                  <a:lnTo>
                    <a:pt x="529983" y="711428"/>
                  </a:lnTo>
                  <a:lnTo>
                    <a:pt x="491578" y="706628"/>
                  </a:lnTo>
                  <a:lnTo>
                    <a:pt x="452551" y="703643"/>
                  </a:lnTo>
                  <a:lnTo>
                    <a:pt x="374535" y="701611"/>
                  </a:lnTo>
                  <a:lnTo>
                    <a:pt x="336892" y="698741"/>
                  </a:lnTo>
                  <a:lnTo>
                    <a:pt x="263664" y="687857"/>
                  </a:lnTo>
                  <a:lnTo>
                    <a:pt x="195249" y="670979"/>
                  </a:lnTo>
                  <a:lnTo>
                    <a:pt x="134175" y="649173"/>
                  </a:lnTo>
                  <a:lnTo>
                    <a:pt x="83019" y="623595"/>
                  </a:lnTo>
                  <a:lnTo>
                    <a:pt x="66116" y="612508"/>
                  </a:lnTo>
                  <a:lnTo>
                    <a:pt x="63728" y="610946"/>
                  </a:lnTo>
                  <a:lnTo>
                    <a:pt x="64947" y="612368"/>
                  </a:lnTo>
                  <a:lnTo>
                    <a:pt x="65062" y="612508"/>
                  </a:lnTo>
                  <a:lnTo>
                    <a:pt x="61988" y="609803"/>
                  </a:lnTo>
                  <a:lnTo>
                    <a:pt x="64909" y="612368"/>
                  </a:lnTo>
                  <a:lnTo>
                    <a:pt x="63728" y="610946"/>
                  </a:lnTo>
                  <a:lnTo>
                    <a:pt x="62763" y="609803"/>
                  </a:lnTo>
                  <a:lnTo>
                    <a:pt x="59842" y="606361"/>
                  </a:lnTo>
                  <a:lnTo>
                    <a:pt x="79527" y="593852"/>
                  </a:lnTo>
                  <a:lnTo>
                    <a:pt x="82156" y="592188"/>
                  </a:lnTo>
                  <a:lnTo>
                    <a:pt x="0" y="542810"/>
                  </a:lnTo>
                  <a:lnTo>
                    <a:pt x="9791" y="638162"/>
                  </a:lnTo>
                  <a:lnTo>
                    <a:pt x="35483" y="621842"/>
                  </a:lnTo>
                  <a:lnTo>
                    <a:pt x="44183" y="632066"/>
                  </a:lnTo>
                  <a:lnTo>
                    <a:pt x="95288" y="662749"/>
                  </a:lnTo>
                  <a:lnTo>
                    <a:pt x="154965" y="687857"/>
                  </a:lnTo>
                  <a:lnTo>
                    <a:pt x="222516" y="707999"/>
                  </a:lnTo>
                  <a:lnTo>
                    <a:pt x="296303" y="722464"/>
                  </a:lnTo>
                  <a:lnTo>
                    <a:pt x="334733" y="727227"/>
                  </a:lnTo>
                  <a:lnTo>
                    <a:pt x="373799" y="730186"/>
                  </a:lnTo>
                  <a:lnTo>
                    <a:pt x="450380" y="732142"/>
                  </a:lnTo>
                  <a:lnTo>
                    <a:pt x="488048" y="734987"/>
                  </a:lnTo>
                  <a:lnTo>
                    <a:pt x="561301" y="745807"/>
                  </a:lnTo>
                  <a:lnTo>
                    <a:pt x="629691" y="762609"/>
                  </a:lnTo>
                  <a:lnTo>
                    <a:pt x="690664" y="784288"/>
                  </a:lnTo>
                  <a:lnTo>
                    <a:pt x="741616" y="809612"/>
                  </a:lnTo>
                  <a:lnTo>
                    <a:pt x="779894" y="837006"/>
                  </a:lnTo>
                  <a:lnTo>
                    <a:pt x="794156" y="851712"/>
                  </a:lnTo>
                  <a:lnTo>
                    <a:pt x="793508" y="850785"/>
                  </a:lnTo>
                  <a:lnTo>
                    <a:pt x="794499" y="851992"/>
                  </a:lnTo>
                  <a:lnTo>
                    <a:pt x="829106" y="851992"/>
                  </a:lnTo>
                  <a:close/>
                </a:path>
                <a:path w="840105" h="892175">
                  <a:moveTo>
                    <a:pt x="839876" y="889939"/>
                  </a:moveTo>
                  <a:lnTo>
                    <a:pt x="839279" y="881773"/>
                  </a:lnTo>
                  <a:lnTo>
                    <a:pt x="838974" y="880287"/>
                  </a:lnTo>
                  <a:lnTo>
                    <a:pt x="838441" y="877709"/>
                  </a:lnTo>
                  <a:lnTo>
                    <a:pt x="837031" y="870762"/>
                  </a:lnTo>
                  <a:lnTo>
                    <a:pt x="836752" y="869899"/>
                  </a:lnTo>
                  <a:lnTo>
                    <a:pt x="835380" y="866698"/>
                  </a:lnTo>
                  <a:lnTo>
                    <a:pt x="834288" y="864120"/>
                  </a:lnTo>
                  <a:lnTo>
                    <a:pt x="829335" y="852538"/>
                  </a:lnTo>
                  <a:lnTo>
                    <a:pt x="794956" y="852538"/>
                  </a:lnTo>
                  <a:lnTo>
                    <a:pt x="794740" y="852538"/>
                  </a:lnTo>
                  <a:lnTo>
                    <a:pt x="803795" y="865479"/>
                  </a:lnTo>
                  <a:lnTo>
                    <a:pt x="809650" y="879208"/>
                  </a:lnTo>
                  <a:lnTo>
                    <a:pt x="809294" y="877709"/>
                  </a:lnTo>
                  <a:lnTo>
                    <a:pt x="810120" y="880287"/>
                  </a:lnTo>
                  <a:lnTo>
                    <a:pt x="809650" y="879208"/>
                  </a:lnTo>
                  <a:lnTo>
                    <a:pt x="810780" y="883869"/>
                  </a:lnTo>
                  <a:lnTo>
                    <a:pt x="811377" y="892022"/>
                  </a:lnTo>
                  <a:lnTo>
                    <a:pt x="839876" y="889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21217" y="2830160"/>
              <a:ext cx="1471295" cy="498475"/>
            </a:xfrm>
            <a:custGeom>
              <a:avLst/>
              <a:gdLst/>
              <a:ahLst/>
              <a:cxnLst/>
              <a:rect l="l" t="t" r="r" b="b"/>
              <a:pathLst>
                <a:path w="1471295" h="498475">
                  <a:moveTo>
                    <a:pt x="0" y="83071"/>
                  </a:moveTo>
                  <a:lnTo>
                    <a:pt x="6528" y="50736"/>
                  </a:lnTo>
                  <a:lnTo>
                    <a:pt x="24330" y="24331"/>
                  </a:lnTo>
                  <a:lnTo>
                    <a:pt x="50736" y="6528"/>
                  </a:lnTo>
                  <a:lnTo>
                    <a:pt x="83071" y="0"/>
                  </a:lnTo>
                  <a:lnTo>
                    <a:pt x="1388171" y="0"/>
                  </a:lnTo>
                  <a:lnTo>
                    <a:pt x="1420506" y="6528"/>
                  </a:lnTo>
                  <a:lnTo>
                    <a:pt x="1446911" y="24331"/>
                  </a:lnTo>
                  <a:lnTo>
                    <a:pt x="1464713" y="50736"/>
                  </a:lnTo>
                  <a:lnTo>
                    <a:pt x="1471242" y="83071"/>
                  </a:lnTo>
                  <a:lnTo>
                    <a:pt x="1471242" y="415348"/>
                  </a:lnTo>
                  <a:lnTo>
                    <a:pt x="1464713" y="447683"/>
                  </a:lnTo>
                  <a:lnTo>
                    <a:pt x="1446911" y="474088"/>
                  </a:lnTo>
                  <a:lnTo>
                    <a:pt x="1420506" y="491891"/>
                  </a:lnTo>
                  <a:lnTo>
                    <a:pt x="1388171" y="498420"/>
                  </a:lnTo>
                  <a:lnTo>
                    <a:pt x="83071" y="498420"/>
                  </a:lnTo>
                  <a:lnTo>
                    <a:pt x="50736" y="491891"/>
                  </a:lnTo>
                  <a:lnTo>
                    <a:pt x="24330" y="474088"/>
                  </a:lnTo>
                  <a:lnTo>
                    <a:pt x="6528" y="447683"/>
                  </a:lnTo>
                  <a:lnTo>
                    <a:pt x="0" y="415348"/>
                  </a:lnTo>
                  <a:lnTo>
                    <a:pt x="0" y="83071"/>
                  </a:lnTo>
                  <a:close/>
                </a:path>
              </a:pathLst>
            </a:custGeom>
            <a:ln w="508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79398" y="4514088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0820" y="4035044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0820" y="3519932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75541" y="2953003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40465" y="2322067"/>
            <a:ext cx="37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200" spc="-5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634067" y="4462272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32074" y="1108964"/>
            <a:ext cx="958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800" spc="-6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542907" y="859027"/>
            <a:ext cx="5434965" cy="85788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55600" marR="5080" indent="-342900">
              <a:lnSpc>
                <a:spcPct val="101699"/>
              </a:lnSpc>
              <a:spcBef>
                <a:spcPts val="60"/>
              </a:spcBef>
              <a:buFont typeface="Wingdings"/>
              <a:buChar char=""/>
              <a:tabLst>
                <a:tab pos="3556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Decoder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part,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according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auto-regressive </a:t>
            </a:r>
            <a:r>
              <a:rPr dirty="0" sz="1800">
                <a:latin typeface="Trebuchet MS"/>
                <a:cs typeface="Trebuchet MS"/>
              </a:rPr>
              <a:t>characteristic,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new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word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generated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based </a:t>
            </a:r>
            <a:r>
              <a:rPr dirty="0" sz="1800">
                <a:latin typeface="Trebuchet MS"/>
                <a:cs typeface="Trebuchet MS"/>
              </a:rPr>
              <a:t>previous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words.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542907" y="2078228"/>
            <a:ext cx="449770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55600" marR="5080" indent="-342900">
              <a:lnSpc>
                <a:spcPts val="2090"/>
              </a:lnSpc>
              <a:spcBef>
                <a:spcPts val="225"/>
              </a:spcBef>
              <a:buFont typeface="Wingdings"/>
              <a:buChar char=""/>
              <a:tabLst>
                <a:tab pos="355600" algn="l"/>
              </a:tabLst>
            </a:pPr>
            <a:r>
              <a:rPr dirty="0" sz="1800">
                <a:latin typeface="Trebuchet MS"/>
                <a:cs typeface="Trebuchet MS"/>
              </a:rPr>
              <a:t>Masking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prevents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attending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not- </a:t>
            </a:r>
            <a:r>
              <a:rPr dirty="0" sz="1800">
                <a:latin typeface="Trebuchet MS"/>
                <a:cs typeface="Trebuchet MS"/>
              </a:rPr>
              <a:t>generated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position.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692118" y="3672391"/>
            <a:ext cx="2113915" cy="1879600"/>
            <a:chOff x="5692118" y="3672391"/>
            <a:chExt cx="2113915" cy="1879600"/>
          </a:xfrm>
        </p:grpSpPr>
        <p:sp>
          <p:nvSpPr>
            <p:cNvPr id="32" name="object 32" descr=""/>
            <p:cNvSpPr/>
            <p:nvPr/>
          </p:nvSpPr>
          <p:spPr>
            <a:xfrm>
              <a:off x="5704814" y="3685095"/>
              <a:ext cx="2088514" cy="1854200"/>
            </a:xfrm>
            <a:custGeom>
              <a:avLst/>
              <a:gdLst/>
              <a:ahLst/>
              <a:cxnLst/>
              <a:rect l="l" t="t" r="r" b="b"/>
              <a:pathLst>
                <a:path w="2088515" h="1854200">
                  <a:moveTo>
                    <a:pt x="1253020" y="741680"/>
                  </a:moveTo>
                  <a:lnTo>
                    <a:pt x="835355" y="741680"/>
                  </a:lnTo>
                  <a:lnTo>
                    <a:pt x="835355" y="370840"/>
                  </a:lnTo>
                  <a:lnTo>
                    <a:pt x="417677" y="370840"/>
                  </a:lnTo>
                  <a:lnTo>
                    <a:pt x="417677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0" y="1483360"/>
                  </a:lnTo>
                  <a:lnTo>
                    <a:pt x="0" y="1854200"/>
                  </a:lnTo>
                  <a:lnTo>
                    <a:pt x="417677" y="1854200"/>
                  </a:lnTo>
                  <a:lnTo>
                    <a:pt x="835355" y="1854200"/>
                  </a:lnTo>
                  <a:lnTo>
                    <a:pt x="1253020" y="1854200"/>
                  </a:lnTo>
                  <a:lnTo>
                    <a:pt x="1253020" y="1483360"/>
                  </a:lnTo>
                  <a:lnTo>
                    <a:pt x="1253020" y="1112520"/>
                  </a:lnTo>
                  <a:lnTo>
                    <a:pt x="1253020" y="741680"/>
                  </a:lnTo>
                  <a:close/>
                </a:path>
                <a:path w="2088515" h="1854200">
                  <a:moveTo>
                    <a:pt x="2088375" y="1483360"/>
                  </a:moveTo>
                  <a:lnTo>
                    <a:pt x="1670697" y="1483360"/>
                  </a:lnTo>
                  <a:lnTo>
                    <a:pt x="1670697" y="1112520"/>
                  </a:lnTo>
                  <a:lnTo>
                    <a:pt x="1253032" y="1112520"/>
                  </a:lnTo>
                  <a:lnTo>
                    <a:pt x="1253032" y="1483360"/>
                  </a:lnTo>
                  <a:lnTo>
                    <a:pt x="1253032" y="1854200"/>
                  </a:lnTo>
                  <a:lnTo>
                    <a:pt x="1670697" y="1854200"/>
                  </a:lnTo>
                  <a:lnTo>
                    <a:pt x="2088375" y="1854200"/>
                  </a:lnTo>
                  <a:lnTo>
                    <a:pt x="2088375" y="1483360"/>
                  </a:lnTo>
                  <a:close/>
                </a:path>
              </a:pathLst>
            </a:custGeom>
            <a:solidFill>
              <a:srgbClr val="C4BD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698468" y="3678741"/>
              <a:ext cx="2101215" cy="1866900"/>
            </a:xfrm>
            <a:custGeom>
              <a:avLst/>
              <a:gdLst/>
              <a:ahLst/>
              <a:cxnLst/>
              <a:rect l="l" t="t" r="r" b="b"/>
              <a:pathLst>
                <a:path w="2101215" h="1866900">
                  <a:moveTo>
                    <a:pt x="424026" y="0"/>
                  </a:moveTo>
                  <a:lnTo>
                    <a:pt x="424026" y="1866900"/>
                  </a:lnTo>
                </a:path>
                <a:path w="2101215" h="1866900">
                  <a:moveTo>
                    <a:pt x="841702" y="0"/>
                  </a:moveTo>
                  <a:lnTo>
                    <a:pt x="841702" y="1866900"/>
                  </a:lnTo>
                </a:path>
                <a:path w="2101215" h="1866900">
                  <a:moveTo>
                    <a:pt x="1259378" y="0"/>
                  </a:moveTo>
                  <a:lnTo>
                    <a:pt x="1259378" y="1866900"/>
                  </a:lnTo>
                </a:path>
                <a:path w="2101215" h="1866900">
                  <a:moveTo>
                    <a:pt x="1677054" y="0"/>
                  </a:moveTo>
                  <a:lnTo>
                    <a:pt x="1677054" y="1866900"/>
                  </a:lnTo>
                </a:path>
                <a:path w="2101215" h="1866900">
                  <a:moveTo>
                    <a:pt x="0" y="377190"/>
                  </a:moveTo>
                  <a:lnTo>
                    <a:pt x="2101080" y="377190"/>
                  </a:lnTo>
                </a:path>
                <a:path w="2101215" h="1866900">
                  <a:moveTo>
                    <a:pt x="0" y="748030"/>
                  </a:moveTo>
                  <a:lnTo>
                    <a:pt x="2101080" y="748030"/>
                  </a:lnTo>
                </a:path>
                <a:path w="2101215" h="1866900">
                  <a:moveTo>
                    <a:pt x="0" y="1118870"/>
                  </a:moveTo>
                  <a:lnTo>
                    <a:pt x="2101080" y="1118870"/>
                  </a:lnTo>
                </a:path>
                <a:path w="2101215" h="1866900">
                  <a:moveTo>
                    <a:pt x="0" y="1489710"/>
                  </a:moveTo>
                  <a:lnTo>
                    <a:pt x="2101080" y="1489710"/>
                  </a:lnTo>
                </a:path>
                <a:path w="2101215" h="1866900">
                  <a:moveTo>
                    <a:pt x="6350" y="0"/>
                  </a:moveTo>
                  <a:lnTo>
                    <a:pt x="6350" y="1866900"/>
                  </a:lnTo>
                </a:path>
                <a:path w="2101215" h="1866900">
                  <a:moveTo>
                    <a:pt x="2094730" y="0"/>
                  </a:moveTo>
                  <a:lnTo>
                    <a:pt x="2094730" y="1866900"/>
                  </a:lnTo>
                </a:path>
                <a:path w="2101215" h="1866900">
                  <a:moveTo>
                    <a:pt x="0" y="6350"/>
                  </a:moveTo>
                  <a:lnTo>
                    <a:pt x="2101080" y="6350"/>
                  </a:lnTo>
                </a:path>
                <a:path w="2101215" h="1866900">
                  <a:moveTo>
                    <a:pt x="0" y="1860550"/>
                  </a:moveTo>
                  <a:lnTo>
                    <a:pt x="2101080" y="18605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255132" y="3705859"/>
            <a:ext cx="1405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  <a:tab pos="847725" algn="l"/>
                <a:tab pos="1265555" algn="l"/>
              </a:tabLst>
            </a:pP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72808" y="4077716"/>
            <a:ext cx="987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  <a:tab pos="847725" algn="l"/>
              </a:tabLst>
            </a:pP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090485" y="4446523"/>
            <a:ext cx="569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</a:tabLst>
            </a:pPr>
            <a:r>
              <a:rPr dirty="0" sz="1800" spc="-50" b="1">
                <a:latin typeface="Trebuchet MS"/>
                <a:cs typeface="Trebuchet MS"/>
              </a:rPr>
              <a:t>x</a:t>
            </a:r>
            <a:r>
              <a:rPr dirty="0" sz="1800" b="1">
                <a:latin typeface="Trebuchet MS"/>
                <a:cs typeface="Trebuchet MS"/>
              </a:rPr>
              <a:t>	</a:t>
            </a:r>
            <a:r>
              <a:rPr dirty="0" sz="1800" spc="-50" b="1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508160" y="481837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6948" y="2952388"/>
            <a:ext cx="520191" cy="225551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5154749" y="3670300"/>
            <a:ext cx="513080" cy="184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marR="5080" indent="-226695">
              <a:lnSpc>
                <a:spcPct val="137500"/>
              </a:lnSpc>
              <a:spcBef>
                <a:spcPts val="100"/>
              </a:spcBef>
            </a:pPr>
            <a:r>
              <a:rPr dirty="0" sz="1600" spc="-20">
                <a:latin typeface="Trebuchet MS"/>
                <a:cs typeface="Trebuchet MS"/>
              </a:rPr>
              <a:t>&lt;GO&gt; </a:t>
            </a:r>
            <a:r>
              <a:rPr dirty="0" sz="1600" spc="-50">
                <a:latin typeface="Trebuchet MS"/>
                <a:cs typeface="Trebuchet MS"/>
              </a:rPr>
              <a:t>I</a:t>
            </a:r>
            <a:endParaRPr sz="1600">
              <a:latin typeface="Trebuchet MS"/>
              <a:cs typeface="Trebuchet MS"/>
            </a:endParaRPr>
          </a:p>
          <a:p>
            <a:pPr algn="ctr" marL="134620" marR="47625" indent="21590">
              <a:lnSpc>
                <a:spcPct val="155600"/>
              </a:lnSpc>
              <a:spcBef>
                <a:spcPts val="85"/>
              </a:spcBef>
            </a:pPr>
            <a:r>
              <a:rPr dirty="0" sz="1600" spc="-25">
                <a:latin typeface="Trebuchet MS"/>
                <a:cs typeface="Trebuchet MS"/>
              </a:rPr>
              <a:t>am </a:t>
            </a:r>
            <a:r>
              <a:rPr dirty="0" sz="1600" spc="-50">
                <a:latin typeface="Trebuchet MS"/>
                <a:cs typeface="Trebuchet MS"/>
              </a:rPr>
              <a:t>a </a:t>
            </a:r>
            <a:r>
              <a:rPr dirty="0" sz="1600" spc="-25">
                <a:latin typeface="Trebuchet MS"/>
                <a:cs typeface="Trebuchet MS"/>
              </a:rPr>
              <a:t>boy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 rot="19800000">
            <a:off x="5618755" y="3417079"/>
            <a:ext cx="53066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20">
                <a:latin typeface="Trebuchet MS"/>
                <a:cs typeface="Trebuchet MS"/>
              </a:rPr>
              <a:t>&lt;GO</a:t>
            </a:r>
            <a:r>
              <a:rPr dirty="0" baseline="1736" sz="2400" spc="-30">
                <a:latin typeface="Trebuchet MS"/>
                <a:cs typeface="Trebuchet MS"/>
              </a:rPr>
              <a:t>&gt;</a:t>
            </a:r>
            <a:endParaRPr baseline="1736" sz="2400">
              <a:latin typeface="Trebuchet MS"/>
              <a:cs typeface="Trebuchet M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273493" y="3420364"/>
            <a:ext cx="825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Trebuchet MS"/>
                <a:cs typeface="Trebuchet MS"/>
              </a:rPr>
              <a:t>I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594407" y="3402076"/>
            <a:ext cx="11791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860" algn="l"/>
                <a:tab pos="843280" algn="l"/>
              </a:tabLst>
            </a:pPr>
            <a:r>
              <a:rPr dirty="0" sz="1600" spc="-25">
                <a:latin typeface="Trebuchet MS"/>
                <a:cs typeface="Trebuchet MS"/>
              </a:rPr>
              <a:t>am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a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baseline="1736" sz="2400" spc="-37">
                <a:latin typeface="Trebuchet MS"/>
                <a:cs typeface="Trebuchet MS"/>
              </a:rPr>
              <a:t>boy</a:t>
            </a:r>
            <a:endParaRPr baseline="1736" sz="2400">
              <a:latin typeface="Trebuchet MS"/>
              <a:cs typeface="Trebuchet MS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0246" y="4355574"/>
            <a:ext cx="174751" cy="225551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15667" y="2959430"/>
            <a:ext cx="323088" cy="170687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5674611" y="3648128"/>
            <a:ext cx="2155825" cy="1939289"/>
            <a:chOff x="5674611" y="3648128"/>
            <a:chExt cx="2155825" cy="1939289"/>
          </a:xfrm>
        </p:grpSpPr>
        <p:sp>
          <p:nvSpPr>
            <p:cNvPr id="46" name="object 46" descr=""/>
            <p:cNvSpPr/>
            <p:nvPr/>
          </p:nvSpPr>
          <p:spPr>
            <a:xfrm>
              <a:off x="5687311" y="3660828"/>
              <a:ext cx="2106295" cy="415925"/>
            </a:xfrm>
            <a:custGeom>
              <a:avLst/>
              <a:gdLst/>
              <a:ahLst/>
              <a:cxnLst/>
              <a:rect l="l" t="t" r="r" b="b"/>
              <a:pathLst>
                <a:path w="2106295" h="415925">
                  <a:moveTo>
                    <a:pt x="0" y="69268"/>
                  </a:moveTo>
                  <a:lnTo>
                    <a:pt x="5443" y="42305"/>
                  </a:lnTo>
                  <a:lnTo>
                    <a:pt x="20288" y="20288"/>
                  </a:lnTo>
                  <a:lnTo>
                    <a:pt x="42305" y="5443"/>
                  </a:lnTo>
                  <a:lnTo>
                    <a:pt x="69268" y="0"/>
                  </a:lnTo>
                  <a:lnTo>
                    <a:pt x="2036619" y="0"/>
                  </a:lnTo>
                  <a:lnTo>
                    <a:pt x="2063581" y="5443"/>
                  </a:lnTo>
                  <a:lnTo>
                    <a:pt x="2085599" y="20288"/>
                  </a:lnTo>
                  <a:lnTo>
                    <a:pt x="2100443" y="42305"/>
                  </a:lnTo>
                  <a:lnTo>
                    <a:pt x="2105887" y="69268"/>
                  </a:lnTo>
                  <a:lnTo>
                    <a:pt x="2105887" y="346334"/>
                  </a:lnTo>
                  <a:lnTo>
                    <a:pt x="2100443" y="373297"/>
                  </a:lnTo>
                  <a:lnTo>
                    <a:pt x="2085599" y="395314"/>
                  </a:lnTo>
                  <a:lnTo>
                    <a:pt x="2063581" y="410159"/>
                  </a:lnTo>
                  <a:lnTo>
                    <a:pt x="2036619" y="415603"/>
                  </a:lnTo>
                  <a:lnTo>
                    <a:pt x="69268" y="415603"/>
                  </a:lnTo>
                  <a:lnTo>
                    <a:pt x="42305" y="410159"/>
                  </a:lnTo>
                  <a:lnTo>
                    <a:pt x="20288" y="395314"/>
                  </a:lnTo>
                  <a:lnTo>
                    <a:pt x="5443" y="373297"/>
                  </a:lnTo>
                  <a:lnTo>
                    <a:pt x="0" y="346334"/>
                  </a:lnTo>
                  <a:lnTo>
                    <a:pt x="0" y="6926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94813" y="3660828"/>
              <a:ext cx="2106295" cy="807720"/>
            </a:xfrm>
            <a:custGeom>
              <a:avLst/>
              <a:gdLst/>
              <a:ahLst/>
              <a:cxnLst/>
              <a:rect l="l" t="t" r="r" b="b"/>
              <a:pathLst>
                <a:path w="2106295" h="807720">
                  <a:moveTo>
                    <a:pt x="0" y="134588"/>
                  </a:moveTo>
                  <a:lnTo>
                    <a:pt x="6861" y="92048"/>
                  </a:lnTo>
                  <a:lnTo>
                    <a:pt x="25967" y="55102"/>
                  </a:lnTo>
                  <a:lnTo>
                    <a:pt x="55102" y="25967"/>
                  </a:lnTo>
                  <a:lnTo>
                    <a:pt x="92048" y="6861"/>
                  </a:lnTo>
                  <a:lnTo>
                    <a:pt x="134588" y="0"/>
                  </a:lnTo>
                  <a:lnTo>
                    <a:pt x="1971298" y="0"/>
                  </a:lnTo>
                  <a:lnTo>
                    <a:pt x="2013838" y="6861"/>
                  </a:lnTo>
                  <a:lnTo>
                    <a:pt x="2050784" y="25967"/>
                  </a:lnTo>
                  <a:lnTo>
                    <a:pt x="2079919" y="55102"/>
                  </a:lnTo>
                  <a:lnTo>
                    <a:pt x="2099025" y="92048"/>
                  </a:lnTo>
                  <a:lnTo>
                    <a:pt x="2105887" y="134588"/>
                  </a:lnTo>
                  <a:lnTo>
                    <a:pt x="2105887" y="672933"/>
                  </a:lnTo>
                  <a:lnTo>
                    <a:pt x="2099025" y="715473"/>
                  </a:lnTo>
                  <a:lnTo>
                    <a:pt x="2079919" y="752419"/>
                  </a:lnTo>
                  <a:lnTo>
                    <a:pt x="2050784" y="781554"/>
                  </a:lnTo>
                  <a:lnTo>
                    <a:pt x="2013838" y="800660"/>
                  </a:lnTo>
                  <a:lnTo>
                    <a:pt x="1971298" y="807522"/>
                  </a:lnTo>
                  <a:lnTo>
                    <a:pt x="134588" y="807522"/>
                  </a:lnTo>
                  <a:lnTo>
                    <a:pt x="92048" y="800660"/>
                  </a:lnTo>
                  <a:lnTo>
                    <a:pt x="55102" y="781554"/>
                  </a:lnTo>
                  <a:lnTo>
                    <a:pt x="25967" y="752419"/>
                  </a:lnTo>
                  <a:lnTo>
                    <a:pt x="6861" y="715473"/>
                  </a:lnTo>
                  <a:lnTo>
                    <a:pt x="0" y="672933"/>
                  </a:lnTo>
                  <a:lnTo>
                    <a:pt x="0" y="13458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711515" y="3660828"/>
              <a:ext cx="2106295" cy="1913889"/>
            </a:xfrm>
            <a:custGeom>
              <a:avLst/>
              <a:gdLst/>
              <a:ahLst/>
              <a:cxnLst/>
              <a:rect l="l" t="t" r="r" b="b"/>
              <a:pathLst>
                <a:path w="2106295" h="1913889">
                  <a:moveTo>
                    <a:pt x="0" y="318948"/>
                  </a:moveTo>
                  <a:lnTo>
                    <a:pt x="3458" y="271816"/>
                  </a:lnTo>
                  <a:lnTo>
                    <a:pt x="13503" y="226831"/>
                  </a:lnTo>
                  <a:lnTo>
                    <a:pt x="29643" y="184487"/>
                  </a:lnTo>
                  <a:lnTo>
                    <a:pt x="51384" y="145277"/>
                  </a:lnTo>
                  <a:lnTo>
                    <a:pt x="78232" y="109694"/>
                  </a:lnTo>
                  <a:lnTo>
                    <a:pt x="109694" y="78232"/>
                  </a:lnTo>
                  <a:lnTo>
                    <a:pt x="145277" y="51384"/>
                  </a:lnTo>
                  <a:lnTo>
                    <a:pt x="184487" y="29643"/>
                  </a:lnTo>
                  <a:lnTo>
                    <a:pt x="226831" y="13503"/>
                  </a:lnTo>
                  <a:lnTo>
                    <a:pt x="271816" y="3458"/>
                  </a:lnTo>
                  <a:lnTo>
                    <a:pt x="318948" y="0"/>
                  </a:lnTo>
                  <a:lnTo>
                    <a:pt x="1786939" y="0"/>
                  </a:lnTo>
                  <a:lnTo>
                    <a:pt x="1834070" y="3458"/>
                  </a:lnTo>
                  <a:lnTo>
                    <a:pt x="1879055" y="13503"/>
                  </a:lnTo>
                  <a:lnTo>
                    <a:pt x="1921399" y="29643"/>
                  </a:lnTo>
                  <a:lnTo>
                    <a:pt x="1960609" y="51384"/>
                  </a:lnTo>
                  <a:lnTo>
                    <a:pt x="1996192" y="78232"/>
                  </a:lnTo>
                  <a:lnTo>
                    <a:pt x="2027654" y="109694"/>
                  </a:lnTo>
                  <a:lnTo>
                    <a:pt x="2054502" y="145277"/>
                  </a:lnTo>
                  <a:lnTo>
                    <a:pt x="2076243" y="184487"/>
                  </a:lnTo>
                  <a:lnTo>
                    <a:pt x="2092383" y="226831"/>
                  </a:lnTo>
                  <a:lnTo>
                    <a:pt x="2102428" y="271816"/>
                  </a:lnTo>
                  <a:lnTo>
                    <a:pt x="2105887" y="318948"/>
                  </a:lnTo>
                  <a:lnTo>
                    <a:pt x="2105887" y="1594701"/>
                  </a:lnTo>
                  <a:lnTo>
                    <a:pt x="2102428" y="1641832"/>
                  </a:lnTo>
                  <a:lnTo>
                    <a:pt x="2092383" y="1686817"/>
                  </a:lnTo>
                  <a:lnTo>
                    <a:pt x="2076243" y="1729161"/>
                  </a:lnTo>
                  <a:lnTo>
                    <a:pt x="2054502" y="1768371"/>
                  </a:lnTo>
                  <a:lnTo>
                    <a:pt x="2027654" y="1803954"/>
                  </a:lnTo>
                  <a:lnTo>
                    <a:pt x="1996192" y="1835416"/>
                  </a:lnTo>
                  <a:lnTo>
                    <a:pt x="1960609" y="1862264"/>
                  </a:lnTo>
                  <a:lnTo>
                    <a:pt x="1921399" y="1884005"/>
                  </a:lnTo>
                  <a:lnTo>
                    <a:pt x="1879055" y="1900145"/>
                  </a:lnTo>
                  <a:lnTo>
                    <a:pt x="1834070" y="1910190"/>
                  </a:lnTo>
                  <a:lnTo>
                    <a:pt x="1786939" y="1913649"/>
                  </a:lnTo>
                  <a:lnTo>
                    <a:pt x="318948" y="1913649"/>
                  </a:lnTo>
                  <a:lnTo>
                    <a:pt x="271816" y="1910190"/>
                  </a:lnTo>
                  <a:lnTo>
                    <a:pt x="226831" y="1900145"/>
                  </a:lnTo>
                  <a:lnTo>
                    <a:pt x="184487" y="1884005"/>
                  </a:lnTo>
                  <a:lnTo>
                    <a:pt x="145277" y="1862264"/>
                  </a:lnTo>
                  <a:lnTo>
                    <a:pt x="109694" y="1835416"/>
                  </a:lnTo>
                  <a:lnTo>
                    <a:pt x="78232" y="1803954"/>
                  </a:lnTo>
                  <a:lnTo>
                    <a:pt x="51384" y="1768371"/>
                  </a:lnTo>
                  <a:lnTo>
                    <a:pt x="29643" y="1729161"/>
                  </a:lnTo>
                  <a:lnTo>
                    <a:pt x="13503" y="1686817"/>
                  </a:lnTo>
                  <a:lnTo>
                    <a:pt x="3458" y="1641832"/>
                  </a:lnTo>
                  <a:lnTo>
                    <a:pt x="0" y="1594701"/>
                  </a:lnTo>
                  <a:lnTo>
                    <a:pt x="0" y="31894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970358" y="4507992"/>
            <a:ext cx="605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100" spc="-6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10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1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50" name="object 50" descr=""/>
          <p:cNvSpPr txBox="1"/>
          <p:nvPr/>
        </p:nvSpPr>
        <p:spPr>
          <a:xfrm>
            <a:off x="5147665" y="5865876"/>
            <a:ext cx="30073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This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figure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supposes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training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phase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8014181" y="3568700"/>
            <a:ext cx="370205" cy="80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5080" indent="-13970">
              <a:lnSpc>
                <a:spcPct val="1411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t=0 t=1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8014181" y="5184140"/>
            <a:ext cx="356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t=4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/>
              <a:t>Encoder-</a:t>
            </a:r>
            <a:r>
              <a:rPr dirty="0" sz="2800"/>
              <a:t>Decoder</a:t>
            </a:r>
            <a:r>
              <a:rPr dirty="0" sz="2800" spc="-100"/>
              <a:t> </a:t>
            </a:r>
            <a:r>
              <a:rPr dirty="0" sz="2800" spc="-10"/>
              <a:t>Attention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2032867" y="5691603"/>
            <a:ext cx="171005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b="1">
                <a:latin typeface="Gulim"/>
                <a:cs typeface="Gulim"/>
              </a:rPr>
              <a:t>Encoder</a:t>
            </a:r>
            <a:r>
              <a:rPr dirty="0" sz="1750" spc="310" b="1">
                <a:latin typeface="Gulim"/>
                <a:cs typeface="Gulim"/>
              </a:rPr>
              <a:t> </a:t>
            </a:r>
            <a:r>
              <a:rPr dirty="0" sz="1750" spc="-10" b="1">
                <a:latin typeface="Gulim"/>
                <a:cs typeface="Gulim"/>
              </a:rPr>
              <a:t>Output</a:t>
            </a:r>
            <a:endParaRPr sz="1750">
              <a:latin typeface="Gulim"/>
              <a:cs typeface="Guli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293324" y="4488913"/>
            <a:ext cx="2113915" cy="1879600"/>
            <a:chOff x="5293324" y="4488913"/>
            <a:chExt cx="2113915" cy="1879600"/>
          </a:xfrm>
        </p:grpSpPr>
        <p:sp>
          <p:nvSpPr>
            <p:cNvPr id="5" name="object 5" descr=""/>
            <p:cNvSpPr/>
            <p:nvPr/>
          </p:nvSpPr>
          <p:spPr>
            <a:xfrm>
              <a:off x="5306022" y="4501616"/>
              <a:ext cx="2088514" cy="1854200"/>
            </a:xfrm>
            <a:custGeom>
              <a:avLst/>
              <a:gdLst/>
              <a:ahLst/>
              <a:cxnLst/>
              <a:rect l="l" t="t" r="r" b="b"/>
              <a:pathLst>
                <a:path w="2088515" h="1854200">
                  <a:moveTo>
                    <a:pt x="835342" y="0"/>
                  </a:moveTo>
                  <a:lnTo>
                    <a:pt x="417677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0" y="1483360"/>
                  </a:lnTo>
                  <a:lnTo>
                    <a:pt x="0" y="1854200"/>
                  </a:lnTo>
                  <a:lnTo>
                    <a:pt x="417677" y="1854200"/>
                  </a:lnTo>
                  <a:lnTo>
                    <a:pt x="835342" y="1854200"/>
                  </a:lnTo>
                  <a:lnTo>
                    <a:pt x="835342" y="1483360"/>
                  </a:lnTo>
                  <a:lnTo>
                    <a:pt x="835342" y="1112520"/>
                  </a:lnTo>
                  <a:lnTo>
                    <a:pt x="835342" y="741680"/>
                  </a:lnTo>
                  <a:lnTo>
                    <a:pt x="835342" y="370840"/>
                  </a:lnTo>
                  <a:lnTo>
                    <a:pt x="835342" y="0"/>
                  </a:lnTo>
                  <a:close/>
                </a:path>
                <a:path w="2088515" h="1854200">
                  <a:moveTo>
                    <a:pt x="2088375" y="0"/>
                  </a:moveTo>
                  <a:lnTo>
                    <a:pt x="1670697" y="0"/>
                  </a:lnTo>
                  <a:lnTo>
                    <a:pt x="1253020" y="0"/>
                  </a:lnTo>
                  <a:lnTo>
                    <a:pt x="835355" y="0"/>
                  </a:lnTo>
                  <a:lnTo>
                    <a:pt x="835355" y="370840"/>
                  </a:lnTo>
                  <a:lnTo>
                    <a:pt x="835355" y="741680"/>
                  </a:lnTo>
                  <a:lnTo>
                    <a:pt x="835355" y="1112520"/>
                  </a:lnTo>
                  <a:lnTo>
                    <a:pt x="835355" y="1483360"/>
                  </a:lnTo>
                  <a:lnTo>
                    <a:pt x="835355" y="1854200"/>
                  </a:lnTo>
                  <a:lnTo>
                    <a:pt x="1253020" y="1854200"/>
                  </a:lnTo>
                  <a:lnTo>
                    <a:pt x="1670697" y="1854200"/>
                  </a:lnTo>
                  <a:lnTo>
                    <a:pt x="2088375" y="1854200"/>
                  </a:lnTo>
                  <a:lnTo>
                    <a:pt x="2088375" y="1483360"/>
                  </a:lnTo>
                  <a:lnTo>
                    <a:pt x="2088375" y="1112520"/>
                  </a:lnTo>
                  <a:lnTo>
                    <a:pt x="2088375" y="741680"/>
                  </a:lnTo>
                  <a:lnTo>
                    <a:pt x="2088375" y="370840"/>
                  </a:lnTo>
                  <a:lnTo>
                    <a:pt x="2088375" y="0"/>
                  </a:lnTo>
                  <a:close/>
                </a:path>
              </a:pathLst>
            </a:custGeom>
            <a:solidFill>
              <a:srgbClr val="D7E4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99674" y="4495263"/>
              <a:ext cx="2101215" cy="1866900"/>
            </a:xfrm>
            <a:custGeom>
              <a:avLst/>
              <a:gdLst/>
              <a:ahLst/>
              <a:cxnLst/>
              <a:rect l="l" t="t" r="r" b="b"/>
              <a:pathLst>
                <a:path w="2101215" h="1866900">
                  <a:moveTo>
                    <a:pt x="424026" y="0"/>
                  </a:moveTo>
                  <a:lnTo>
                    <a:pt x="424026" y="1866900"/>
                  </a:lnTo>
                </a:path>
                <a:path w="2101215" h="1866900">
                  <a:moveTo>
                    <a:pt x="841702" y="0"/>
                  </a:moveTo>
                  <a:lnTo>
                    <a:pt x="841702" y="1866900"/>
                  </a:lnTo>
                </a:path>
                <a:path w="2101215" h="1866900">
                  <a:moveTo>
                    <a:pt x="1259378" y="0"/>
                  </a:moveTo>
                  <a:lnTo>
                    <a:pt x="1259378" y="1866900"/>
                  </a:lnTo>
                </a:path>
                <a:path w="2101215" h="1866900">
                  <a:moveTo>
                    <a:pt x="1677054" y="0"/>
                  </a:moveTo>
                  <a:lnTo>
                    <a:pt x="1677054" y="1866900"/>
                  </a:lnTo>
                </a:path>
                <a:path w="2101215" h="1866900">
                  <a:moveTo>
                    <a:pt x="0" y="377190"/>
                  </a:moveTo>
                  <a:lnTo>
                    <a:pt x="2101080" y="377190"/>
                  </a:lnTo>
                </a:path>
                <a:path w="2101215" h="1866900">
                  <a:moveTo>
                    <a:pt x="0" y="748030"/>
                  </a:moveTo>
                  <a:lnTo>
                    <a:pt x="2101080" y="748030"/>
                  </a:lnTo>
                </a:path>
                <a:path w="2101215" h="1866900">
                  <a:moveTo>
                    <a:pt x="0" y="1118870"/>
                  </a:moveTo>
                  <a:lnTo>
                    <a:pt x="2101080" y="1118870"/>
                  </a:lnTo>
                </a:path>
                <a:path w="2101215" h="1866900">
                  <a:moveTo>
                    <a:pt x="0" y="1489710"/>
                  </a:moveTo>
                  <a:lnTo>
                    <a:pt x="2101080" y="1489710"/>
                  </a:lnTo>
                </a:path>
                <a:path w="2101215" h="1866900">
                  <a:moveTo>
                    <a:pt x="6350" y="0"/>
                  </a:moveTo>
                  <a:lnTo>
                    <a:pt x="6350" y="1866900"/>
                  </a:lnTo>
                </a:path>
                <a:path w="2101215" h="1866900">
                  <a:moveTo>
                    <a:pt x="2094730" y="0"/>
                  </a:moveTo>
                  <a:lnTo>
                    <a:pt x="2094730" y="1866900"/>
                  </a:lnTo>
                </a:path>
                <a:path w="2101215" h="1866900">
                  <a:moveTo>
                    <a:pt x="0" y="6350"/>
                  </a:moveTo>
                  <a:lnTo>
                    <a:pt x="2101080" y="6350"/>
                  </a:lnTo>
                </a:path>
                <a:path w="2101215" h="1866900">
                  <a:moveTo>
                    <a:pt x="0" y="1860550"/>
                  </a:moveTo>
                  <a:lnTo>
                    <a:pt x="2101080" y="18605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472" y="1274107"/>
            <a:ext cx="1727053" cy="336917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563330" y="4946016"/>
            <a:ext cx="750570" cy="313690"/>
            <a:chOff x="1563330" y="4946016"/>
            <a:chExt cx="750570" cy="313690"/>
          </a:xfrm>
        </p:grpSpPr>
        <p:sp>
          <p:nvSpPr>
            <p:cNvPr id="9" name="object 9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76030" y="4958716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67415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4939" y="5688555"/>
            <a:ext cx="154622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b="1">
                <a:latin typeface="Gulim"/>
                <a:cs typeface="Gulim"/>
              </a:rPr>
              <a:t>Decoder</a:t>
            </a:r>
            <a:r>
              <a:rPr dirty="0" sz="1750" spc="310" b="1">
                <a:latin typeface="Gulim"/>
                <a:cs typeface="Gulim"/>
              </a:rPr>
              <a:t> </a:t>
            </a:r>
            <a:r>
              <a:rPr dirty="0" sz="1750" spc="-20" b="1">
                <a:latin typeface="Gulim"/>
                <a:cs typeface="Gulim"/>
              </a:rPr>
              <a:t>Input</a:t>
            </a:r>
            <a:endParaRPr sz="1750">
              <a:latin typeface="Gulim"/>
              <a:cs typeface="Guli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379760" y="4946017"/>
            <a:ext cx="750570" cy="313690"/>
            <a:chOff x="2379760" y="4946017"/>
            <a:chExt cx="750570" cy="313690"/>
          </a:xfrm>
        </p:grpSpPr>
        <p:sp>
          <p:nvSpPr>
            <p:cNvPr id="14" name="object 14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6" y="0"/>
                  </a:moveTo>
                  <a:lnTo>
                    <a:pt x="48000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9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0" y="288000"/>
                  </a:lnTo>
                  <a:lnTo>
                    <a:pt x="676876" y="288000"/>
                  </a:lnTo>
                  <a:lnTo>
                    <a:pt x="695561" y="284228"/>
                  </a:lnTo>
                  <a:lnTo>
                    <a:pt x="710819" y="273941"/>
                  </a:lnTo>
                  <a:lnTo>
                    <a:pt x="721106" y="258683"/>
                  </a:lnTo>
                  <a:lnTo>
                    <a:pt x="724879" y="239999"/>
                  </a:lnTo>
                  <a:lnTo>
                    <a:pt x="724879" y="48000"/>
                  </a:lnTo>
                  <a:lnTo>
                    <a:pt x="721106" y="29316"/>
                  </a:lnTo>
                  <a:lnTo>
                    <a:pt x="710819" y="14059"/>
                  </a:lnTo>
                  <a:lnTo>
                    <a:pt x="695561" y="3772"/>
                  </a:lnTo>
                  <a:lnTo>
                    <a:pt x="6768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392460" y="4958717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490580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895609" y="4693009"/>
            <a:ext cx="1014730" cy="951230"/>
            <a:chOff x="1895609" y="4693009"/>
            <a:chExt cx="1014730" cy="951230"/>
          </a:xfrm>
        </p:grpSpPr>
        <p:sp>
          <p:nvSpPr>
            <p:cNvPr id="18" name="object 18" descr=""/>
            <p:cNvSpPr/>
            <p:nvPr/>
          </p:nvSpPr>
          <p:spPr>
            <a:xfrm>
              <a:off x="1895602" y="4693018"/>
              <a:ext cx="728345" cy="266065"/>
            </a:xfrm>
            <a:custGeom>
              <a:avLst/>
              <a:gdLst/>
              <a:ahLst/>
              <a:cxnLst/>
              <a:rect l="l" t="t" r="r" b="b"/>
              <a:pathLst>
                <a:path w="728344" h="266064">
                  <a:moveTo>
                    <a:pt x="85725" y="85725"/>
                  </a:moveTo>
                  <a:lnTo>
                    <a:pt x="78587" y="71437"/>
                  </a:lnTo>
                  <a:lnTo>
                    <a:pt x="42862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5709"/>
                  </a:lnTo>
                  <a:lnTo>
                    <a:pt x="57150" y="265709"/>
                  </a:lnTo>
                  <a:lnTo>
                    <a:pt x="57150" y="85725"/>
                  </a:lnTo>
                  <a:lnTo>
                    <a:pt x="85725" y="85725"/>
                  </a:lnTo>
                  <a:close/>
                </a:path>
                <a:path w="728344" h="266064">
                  <a:moveTo>
                    <a:pt x="727989" y="85725"/>
                  </a:moveTo>
                  <a:lnTo>
                    <a:pt x="720839" y="71437"/>
                  </a:lnTo>
                  <a:lnTo>
                    <a:pt x="685126" y="0"/>
                  </a:lnTo>
                  <a:lnTo>
                    <a:pt x="642264" y="85725"/>
                  </a:lnTo>
                  <a:lnTo>
                    <a:pt x="670826" y="85725"/>
                  </a:lnTo>
                  <a:lnTo>
                    <a:pt x="670826" y="265709"/>
                  </a:lnTo>
                  <a:lnTo>
                    <a:pt x="699401" y="265709"/>
                  </a:lnTo>
                  <a:lnTo>
                    <a:pt x="699401" y="85725"/>
                  </a:lnTo>
                  <a:lnTo>
                    <a:pt x="727989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38464" y="5246725"/>
              <a:ext cx="972185" cy="397510"/>
            </a:xfrm>
            <a:custGeom>
              <a:avLst/>
              <a:gdLst/>
              <a:ahLst/>
              <a:cxnLst/>
              <a:rect l="l" t="t" r="r" b="b"/>
              <a:pathLst>
                <a:path w="972185" h="397510">
                  <a:moveTo>
                    <a:pt x="971854" y="395643"/>
                  </a:moveTo>
                  <a:lnTo>
                    <a:pt x="971829" y="395198"/>
                  </a:lnTo>
                  <a:lnTo>
                    <a:pt x="970330" y="359918"/>
                  </a:lnTo>
                  <a:lnTo>
                    <a:pt x="970267" y="358686"/>
                  </a:lnTo>
                  <a:lnTo>
                    <a:pt x="958545" y="287121"/>
                  </a:lnTo>
                  <a:lnTo>
                    <a:pt x="943686" y="241554"/>
                  </a:lnTo>
                  <a:lnTo>
                    <a:pt x="929068" y="213575"/>
                  </a:lnTo>
                  <a:lnTo>
                    <a:pt x="928916" y="213347"/>
                  </a:lnTo>
                  <a:lnTo>
                    <a:pt x="898791" y="185877"/>
                  </a:lnTo>
                  <a:lnTo>
                    <a:pt x="890549" y="184238"/>
                  </a:lnTo>
                  <a:lnTo>
                    <a:pt x="884936" y="183273"/>
                  </a:lnTo>
                  <a:lnTo>
                    <a:pt x="884212" y="182905"/>
                  </a:lnTo>
                  <a:lnTo>
                    <a:pt x="883742" y="182676"/>
                  </a:lnTo>
                  <a:lnTo>
                    <a:pt x="881722" y="181648"/>
                  </a:lnTo>
                  <a:lnTo>
                    <a:pt x="880846" y="180924"/>
                  </a:lnTo>
                  <a:lnTo>
                    <a:pt x="878459" y="178943"/>
                  </a:lnTo>
                  <a:lnTo>
                    <a:pt x="877404" y="178079"/>
                  </a:lnTo>
                  <a:lnTo>
                    <a:pt x="876757" y="177330"/>
                  </a:lnTo>
                  <a:lnTo>
                    <a:pt x="871867" y="171716"/>
                  </a:lnTo>
                  <a:lnTo>
                    <a:pt x="866825" y="164109"/>
                  </a:lnTo>
                  <a:lnTo>
                    <a:pt x="847318" y="117271"/>
                  </a:lnTo>
                  <a:lnTo>
                    <a:pt x="840193" y="83743"/>
                  </a:lnTo>
                  <a:lnTo>
                    <a:pt x="867740" y="80949"/>
                  </a:lnTo>
                  <a:lnTo>
                    <a:pt x="860005" y="68745"/>
                  </a:lnTo>
                  <a:lnTo>
                    <a:pt x="816432" y="0"/>
                  </a:lnTo>
                  <a:lnTo>
                    <a:pt x="782459" y="89623"/>
                  </a:lnTo>
                  <a:lnTo>
                    <a:pt x="811771" y="86639"/>
                  </a:lnTo>
                  <a:lnTo>
                    <a:pt x="815682" y="110020"/>
                  </a:lnTo>
                  <a:lnTo>
                    <a:pt x="830668" y="155498"/>
                  </a:lnTo>
                  <a:lnTo>
                    <a:pt x="850188" y="190309"/>
                  </a:lnTo>
                  <a:lnTo>
                    <a:pt x="889088" y="212979"/>
                  </a:lnTo>
                  <a:lnTo>
                    <a:pt x="892289" y="214604"/>
                  </a:lnTo>
                  <a:lnTo>
                    <a:pt x="896696" y="218249"/>
                  </a:lnTo>
                  <a:lnTo>
                    <a:pt x="895845" y="217309"/>
                  </a:lnTo>
                  <a:lnTo>
                    <a:pt x="897509" y="218922"/>
                  </a:lnTo>
                  <a:lnTo>
                    <a:pt x="896696" y="218249"/>
                  </a:lnTo>
                  <a:lnTo>
                    <a:pt x="901103" y="223177"/>
                  </a:lnTo>
                  <a:lnTo>
                    <a:pt x="906500" y="231025"/>
                  </a:lnTo>
                  <a:lnTo>
                    <a:pt x="926503" y="278333"/>
                  </a:lnTo>
                  <a:lnTo>
                    <a:pt x="937094" y="324180"/>
                  </a:lnTo>
                  <a:lnTo>
                    <a:pt x="926592" y="313461"/>
                  </a:lnTo>
                  <a:lnTo>
                    <a:pt x="903605" y="295186"/>
                  </a:lnTo>
                  <a:lnTo>
                    <a:pt x="846886" y="261924"/>
                  </a:lnTo>
                  <a:lnTo>
                    <a:pt x="778040" y="233362"/>
                  </a:lnTo>
                  <a:lnTo>
                    <a:pt x="739851" y="221094"/>
                  </a:lnTo>
                  <a:lnTo>
                    <a:pt x="699604" y="210324"/>
                  </a:lnTo>
                  <a:lnTo>
                    <a:pt x="657631" y="201193"/>
                  </a:lnTo>
                  <a:lnTo>
                    <a:pt x="614260" y="193840"/>
                  </a:lnTo>
                  <a:lnTo>
                    <a:pt x="569823" y="188391"/>
                  </a:lnTo>
                  <a:lnTo>
                    <a:pt x="524675" y="185013"/>
                  </a:lnTo>
                  <a:lnTo>
                    <a:pt x="434327" y="182702"/>
                  </a:lnTo>
                  <a:lnTo>
                    <a:pt x="390550" y="179425"/>
                  </a:lnTo>
                  <a:lnTo>
                    <a:pt x="347446" y="174155"/>
                  </a:lnTo>
                  <a:lnTo>
                    <a:pt x="305371" y="167017"/>
                  </a:lnTo>
                  <a:lnTo>
                    <a:pt x="264693" y="158165"/>
                  </a:lnTo>
                  <a:lnTo>
                    <a:pt x="225780" y="147751"/>
                  </a:lnTo>
                  <a:lnTo>
                    <a:pt x="189001" y="135928"/>
                  </a:lnTo>
                  <a:lnTo>
                    <a:pt x="123278" y="108699"/>
                  </a:lnTo>
                  <a:lnTo>
                    <a:pt x="73825" y="79933"/>
                  </a:lnTo>
                  <a:lnTo>
                    <a:pt x="71958" y="78727"/>
                  </a:lnTo>
                  <a:lnTo>
                    <a:pt x="73113" y="79933"/>
                  </a:lnTo>
                  <a:lnTo>
                    <a:pt x="70535" y="77812"/>
                  </a:lnTo>
                  <a:lnTo>
                    <a:pt x="72936" y="79781"/>
                  </a:lnTo>
                  <a:lnTo>
                    <a:pt x="71958" y="78727"/>
                  </a:lnTo>
                  <a:lnTo>
                    <a:pt x="71081" y="77812"/>
                  </a:lnTo>
                  <a:lnTo>
                    <a:pt x="58750" y="65036"/>
                  </a:lnTo>
                  <a:lnTo>
                    <a:pt x="80048" y="52692"/>
                  </a:lnTo>
                  <a:lnTo>
                    <a:pt x="78841" y="51904"/>
                  </a:lnTo>
                  <a:lnTo>
                    <a:pt x="0" y="0"/>
                  </a:lnTo>
                  <a:lnTo>
                    <a:pt x="5740" y="93611"/>
                  </a:lnTo>
                  <a:lnTo>
                    <a:pt x="5867" y="95656"/>
                  </a:lnTo>
                  <a:lnTo>
                    <a:pt x="33286" y="79781"/>
                  </a:lnTo>
                  <a:lnTo>
                    <a:pt x="53314" y="100571"/>
                  </a:lnTo>
                  <a:lnTo>
                    <a:pt x="111556" y="134759"/>
                  </a:lnTo>
                  <a:lnTo>
                    <a:pt x="180263" y="163144"/>
                  </a:lnTo>
                  <a:lnTo>
                    <a:pt x="218414" y="175361"/>
                  </a:lnTo>
                  <a:lnTo>
                    <a:pt x="258635" y="186093"/>
                  </a:lnTo>
                  <a:lnTo>
                    <a:pt x="300596" y="195186"/>
                  </a:lnTo>
                  <a:lnTo>
                    <a:pt x="343979" y="202514"/>
                  </a:lnTo>
                  <a:lnTo>
                    <a:pt x="388429" y="207924"/>
                  </a:lnTo>
                  <a:lnTo>
                    <a:pt x="433603" y="211277"/>
                  </a:lnTo>
                  <a:lnTo>
                    <a:pt x="522554" y="213512"/>
                  </a:lnTo>
                  <a:lnTo>
                    <a:pt x="566369" y="216763"/>
                  </a:lnTo>
                  <a:lnTo>
                    <a:pt x="609485" y="222008"/>
                  </a:lnTo>
                  <a:lnTo>
                    <a:pt x="651560" y="229120"/>
                  </a:lnTo>
                  <a:lnTo>
                    <a:pt x="692226" y="237934"/>
                  </a:lnTo>
                  <a:lnTo>
                    <a:pt x="731126" y="248297"/>
                  </a:lnTo>
                  <a:lnTo>
                    <a:pt x="767867" y="260070"/>
                  </a:lnTo>
                  <a:lnTo>
                    <a:pt x="833437" y="287134"/>
                  </a:lnTo>
                  <a:lnTo>
                    <a:pt x="885901" y="317627"/>
                  </a:lnTo>
                  <a:lnTo>
                    <a:pt x="922655" y="349986"/>
                  </a:lnTo>
                  <a:lnTo>
                    <a:pt x="942721" y="389064"/>
                  </a:lnTo>
                  <a:lnTo>
                    <a:pt x="942644" y="388035"/>
                  </a:lnTo>
                  <a:lnTo>
                    <a:pt x="942784" y="389064"/>
                  </a:lnTo>
                  <a:lnTo>
                    <a:pt x="942962" y="389064"/>
                  </a:lnTo>
                  <a:lnTo>
                    <a:pt x="943013" y="390067"/>
                  </a:lnTo>
                  <a:lnTo>
                    <a:pt x="942797" y="390067"/>
                  </a:lnTo>
                  <a:lnTo>
                    <a:pt x="943330" y="397319"/>
                  </a:lnTo>
                  <a:lnTo>
                    <a:pt x="957580" y="396265"/>
                  </a:lnTo>
                  <a:lnTo>
                    <a:pt x="971854" y="3956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36016" y="4946015"/>
            <a:ext cx="750570" cy="313690"/>
            <a:chOff x="736016" y="4946015"/>
            <a:chExt cx="750570" cy="313690"/>
          </a:xfrm>
        </p:grpSpPr>
        <p:sp>
          <p:nvSpPr>
            <p:cNvPr id="21" name="object 21" descr=""/>
            <p:cNvSpPr/>
            <p:nvPr/>
          </p:nvSpPr>
          <p:spPr>
            <a:xfrm>
              <a:off x="748716" y="4958715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676878" y="0"/>
                  </a:moveTo>
                  <a:lnTo>
                    <a:pt x="48001" y="0"/>
                  </a:lnTo>
                  <a:lnTo>
                    <a:pt x="29316" y="3772"/>
                  </a:lnTo>
                  <a:lnTo>
                    <a:pt x="14059" y="14059"/>
                  </a:lnTo>
                  <a:lnTo>
                    <a:pt x="3772" y="29316"/>
                  </a:lnTo>
                  <a:lnTo>
                    <a:pt x="0" y="48000"/>
                  </a:lnTo>
                  <a:lnTo>
                    <a:pt x="0" y="239998"/>
                  </a:lnTo>
                  <a:lnTo>
                    <a:pt x="3772" y="258683"/>
                  </a:lnTo>
                  <a:lnTo>
                    <a:pt x="14059" y="273941"/>
                  </a:lnTo>
                  <a:lnTo>
                    <a:pt x="29316" y="284228"/>
                  </a:lnTo>
                  <a:lnTo>
                    <a:pt x="48001" y="288000"/>
                  </a:lnTo>
                  <a:lnTo>
                    <a:pt x="676878" y="288000"/>
                  </a:lnTo>
                  <a:lnTo>
                    <a:pt x="695562" y="284228"/>
                  </a:lnTo>
                  <a:lnTo>
                    <a:pt x="710820" y="273941"/>
                  </a:lnTo>
                  <a:lnTo>
                    <a:pt x="721107" y="258683"/>
                  </a:lnTo>
                  <a:lnTo>
                    <a:pt x="724879" y="239998"/>
                  </a:lnTo>
                  <a:lnTo>
                    <a:pt x="724879" y="48000"/>
                  </a:lnTo>
                  <a:lnTo>
                    <a:pt x="721107" y="29316"/>
                  </a:lnTo>
                  <a:lnTo>
                    <a:pt x="710820" y="14059"/>
                  </a:lnTo>
                  <a:lnTo>
                    <a:pt x="695562" y="3772"/>
                  </a:lnTo>
                  <a:lnTo>
                    <a:pt x="6768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48716" y="4958715"/>
              <a:ext cx="725170" cy="288290"/>
            </a:xfrm>
            <a:custGeom>
              <a:avLst/>
              <a:gdLst/>
              <a:ahLst/>
              <a:cxnLst/>
              <a:rect l="l" t="t" r="r" b="b"/>
              <a:pathLst>
                <a:path w="725169" h="288289">
                  <a:moveTo>
                    <a:pt x="0" y="48001"/>
                  </a:moveTo>
                  <a:lnTo>
                    <a:pt x="3772" y="29316"/>
                  </a:lnTo>
                  <a:lnTo>
                    <a:pt x="14059" y="14059"/>
                  </a:lnTo>
                  <a:lnTo>
                    <a:pt x="29316" y="3772"/>
                  </a:lnTo>
                  <a:lnTo>
                    <a:pt x="48001" y="0"/>
                  </a:lnTo>
                  <a:lnTo>
                    <a:pt x="676878" y="0"/>
                  </a:lnTo>
                  <a:lnTo>
                    <a:pt x="695562" y="3772"/>
                  </a:lnTo>
                  <a:lnTo>
                    <a:pt x="710819" y="14059"/>
                  </a:lnTo>
                  <a:lnTo>
                    <a:pt x="721106" y="29316"/>
                  </a:lnTo>
                  <a:lnTo>
                    <a:pt x="724879" y="48001"/>
                  </a:lnTo>
                  <a:lnTo>
                    <a:pt x="724879" y="239998"/>
                  </a:lnTo>
                  <a:lnTo>
                    <a:pt x="721106" y="258683"/>
                  </a:lnTo>
                  <a:lnTo>
                    <a:pt x="710819" y="273940"/>
                  </a:lnTo>
                  <a:lnTo>
                    <a:pt x="695562" y="284227"/>
                  </a:lnTo>
                  <a:lnTo>
                    <a:pt x="676878" y="288000"/>
                  </a:lnTo>
                  <a:lnTo>
                    <a:pt x="48001" y="288000"/>
                  </a:lnTo>
                  <a:lnTo>
                    <a:pt x="29316" y="284227"/>
                  </a:lnTo>
                  <a:lnTo>
                    <a:pt x="14059" y="273940"/>
                  </a:lnTo>
                  <a:lnTo>
                    <a:pt x="3772" y="258683"/>
                  </a:lnTo>
                  <a:lnTo>
                    <a:pt x="0" y="239998"/>
                  </a:lnTo>
                  <a:lnTo>
                    <a:pt x="0" y="4800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46837" y="5007336"/>
            <a:ext cx="5295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1">
                <a:latin typeface="Gulim"/>
                <a:cs typeface="Gulim"/>
              </a:rPr>
              <a:t>Linear</a:t>
            </a:r>
            <a:endParaRPr sz="1350">
              <a:latin typeface="Gulim"/>
              <a:cs typeface="Guli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21296" y="4703902"/>
            <a:ext cx="472440" cy="937260"/>
          </a:xfrm>
          <a:custGeom>
            <a:avLst/>
            <a:gdLst/>
            <a:ahLst/>
            <a:cxnLst/>
            <a:rect l="l" t="t" r="r" b="b"/>
            <a:pathLst>
              <a:path w="472440" h="937260">
                <a:moveTo>
                  <a:pt x="221475" y="633298"/>
                </a:moveTo>
                <a:lnTo>
                  <a:pt x="213614" y="610793"/>
                </a:lnTo>
                <a:lnTo>
                  <a:pt x="189852" y="542823"/>
                </a:lnTo>
                <a:lnTo>
                  <a:pt x="136448" y="622401"/>
                </a:lnTo>
                <a:lnTo>
                  <a:pt x="163728" y="625894"/>
                </a:lnTo>
                <a:lnTo>
                  <a:pt x="160147" y="643559"/>
                </a:lnTo>
                <a:lnTo>
                  <a:pt x="143624" y="684085"/>
                </a:lnTo>
                <a:lnTo>
                  <a:pt x="117640" y="718426"/>
                </a:lnTo>
                <a:lnTo>
                  <a:pt x="90728" y="726567"/>
                </a:lnTo>
                <a:lnTo>
                  <a:pt x="89585" y="726871"/>
                </a:lnTo>
                <a:lnTo>
                  <a:pt x="50495" y="757110"/>
                </a:lnTo>
                <a:lnTo>
                  <a:pt x="28486" y="795451"/>
                </a:lnTo>
                <a:lnTo>
                  <a:pt x="7696" y="861644"/>
                </a:lnTo>
                <a:lnTo>
                  <a:pt x="0" y="935291"/>
                </a:lnTo>
                <a:lnTo>
                  <a:pt x="28536" y="936828"/>
                </a:lnTo>
                <a:lnTo>
                  <a:pt x="30505" y="900150"/>
                </a:lnTo>
                <a:lnTo>
                  <a:pt x="35928" y="866076"/>
                </a:lnTo>
                <a:lnTo>
                  <a:pt x="49301" y="819937"/>
                </a:lnTo>
                <a:lnTo>
                  <a:pt x="67373" y="782866"/>
                </a:lnTo>
                <a:lnTo>
                  <a:pt x="85763" y="761085"/>
                </a:lnTo>
                <a:lnTo>
                  <a:pt x="86398" y="760514"/>
                </a:lnTo>
                <a:lnTo>
                  <a:pt x="87630" y="759701"/>
                </a:lnTo>
                <a:lnTo>
                  <a:pt x="91541" y="757110"/>
                </a:lnTo>
                <a:lnTo>
                  <a:pt x="92367" y="756564"/>
                </a:lnTo>
                <a:lnTo>
                  <a:pt x="94335" y="755777"/>
                </a:lnTo>
                <a:lnTo>
                  <a:pt x="96939" y="754722"/>
                </a:lnTo>
                <a:lnTo>
                  <a:pt x="97536" y="754481"/>
                </a:lnTo>
                <a:lnTo>
                  <a:pt x="134962" y="741222"/>
                </a:lnTo>
                <a:lnTo>
                  <a:pt x="151663" y="724154"/>
                </a:lnTo>
                <a:lnTo>
                  <a:pt x="152577" y="723099"/>
                </a:lnTo>
                <a:lnTo>
                  <a:pt x="152755" y="722896"/>
                </a:lnTo>
                <a:lnTo>
                  <a:pt x="153543" y="721766"/>
                </a:lnTo>
                <a:lnTo>
                  <a:pt x="155346" y="719188"/>
                </a:lnTo>
                <a:lnTo>
                  <a:pt x="175272" y="684237"/>
                </a:lnTo>
                <a:lnTo>
                  <a:pt x="192049" y="629526"/>
                </a:lnTo>
                <a:lnTo>
                  <a:pt x="221475" y="633298"/>
                </a:lnTo>
                <a:close/>
              </a:path>
              <a:path w="472440" h="937260">
                <a:moveTo>
                  <a:pt x="472198" y="85725"/>
                </a:moveTo>
                <a:lnTo>
                  <a:pt x="465061" y="71437"/>
                </a:lnTo>
                <a:lnTo>
                  <a:pt x="429336" y="0"/>
                </a:lnTo>
                <a:lnTo>
                  <a:pt x="386473" y="85725"/>
                </a:lnTo>
                <a:lnTo>
                  <a:pt x="415048" y="85725"/>
                </a:lnTo>
                <a:lnTo>
                  <a:pt x="415048" y="265709"/>
                </a:lnTo>
                <a:lnTo>
                  <a:pt x="443623" y="265709"/>
                </a:lnTo>
                <a:lnTo>
                  <a:pt x="443623" y="85725"/>
                </a:lnTo>
                <a:lnTo>
                  <a:pt x="472198" y="85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53343" y="5476747"/>
            <a:ext cx="407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-16557" y="5360923"/>
            <a:ext cx="954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4869" algn="l"/>
              </a:tabLst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5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dirty="0" sz="1800" spc="-5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61442" y="4258564"/>
            <a:ext cx="9017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600" spc="-2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151" sz="16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53963" y="3763771"/>
            <a:ext cx="596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44654" y="3230371"/>
            <a:ext cx="596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36267" y="2102611"/>
            <a:ext cx="596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 i="1">
                <a:solidFill>
                  <a:srgbClr val="C0504D"/>
                </a:solidFill>
                <a:latin typeface="Times New Roman"/>
                <a:cs typeface="Times New Roman"/>
              </a:rPr>
              <a:t>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648588" y="4157979"/>
            <a:ext cx="8604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600" spc="-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151" sz="16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32074" y="913891"/>
            <a:ext cx="1005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454976" y="910818"/>
            <a:ext cx="5488940" cy="2172335"/>
            <a:chOff x="3454976" y="910818"/>
            <a:chExt cx="5488940" cy="2172335"/>
          </a:xfrm>
        </p:grpSpPr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500" y="910818"/>
              <a:ext cx="5486908" cy="217220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454971" y="1615046"/>
              <a:ext cx="4347210" cy="782320"/>
            </a:xfrm>
            <a:custGeom>
              <a:avLst/>
              <a:gdLst/>
              <a:ahLst/>
              <a:cxnLst/>
              <a:rect l="l" t="t" r="r" b="b"/>
              <a:pathLst>
                <a:path w="4347209" h="782319">
                  <a:moveTo>
                    <a:pt x="1687042" y="401942"/>
                  </a:moveTo>
                  <a:lnTo>
                    <a:pt x="0" y="401942"/>
                  </a:lnTo>
                  <a:lnTo>
                    <a:pt x="0" y="781951"/>
                  </a:lnTo>
                  <a:lnTo>
                    <a:pt x="1687042" y="781951"/>
                  </a:lnTo>
                  <a:lnTo>
                    <a:pt x="1687042" y="401942"/>
                  </a:lnTo>
                  <a:close/>
                </a:path>
                <a:path w="4347209" h="782319">
                  <a:moveTo>
                    <a:pt x="4347108" y="0"/>
                  </a:moveTo>
                  <a:lnTo>
                    <a:pt x="0" y="0"/>
                  </a:lnTo>
                  <a:lnTo>
                    <a:pt x="0" y="380009"/>
                  </a:lnTo>
                  <a:lnTo>
                    <a:pt x="4347108" y="380009"/>
                  </a:lnTo>
                  <a:lnTo>
                    <a:pt x="4347108" y="0"/>
                  </a:lnTo>
                  <a:close/>
                </a:path>
              </a:pathLst>
            </a:custGeom>
            <a:solidFill>
              <a:srgbClr val="D7E4BD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698263" y="3617467"/>
            <a:ext cx="1005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0504D"/>
                </a:solidFill>
                <a:latin typeface="Times New Roman"/>
                <a:cs typeface="Times New Roman"/>
              </a:rPr>
              <a:t>(U,</a:t>
            </a:r>
            <a:r>
              <a:rPr dirty="0" sz="1800" spc="-30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3888" sz="180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8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0455" y="3178940"/>
            <a:ext cx="5685536" cy="585216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1704817" y="4170172"/>
            <a:ext cx="8604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35" b="1" i="1">
                <a:solidFill>
                  <a:srgbClr val="C0504D"/>
                </a:solidFill>
                <a:latin typeface="Times New Roman"/>
                <a:cs typeface="Times New Roman"/>
              </a:rPr>
              <a:t>(T,</a:t>
            </a:r>
            <a:r>
              <a:rPr dirty="0" sz="1600" spc="-55" b="1" i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d</a:t>
            </a:r>
            <a:r>
              <a:rPr dirty="0" baseline="-15151" sz="1650" spc="-15" b="1" i="1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  <a:r>
              <a:rPr dirty="0" sz="1600" spc="-10" b="1" i="1">
                <a:solidFill>
                  <a:srgbClr val="C0504D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9944" y="6020634"/>
            <a:ext cx="1600450" cy="254335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38753" y="5293123"/>
            <a:ext cx="174751" cy="225552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6853" y="4001151"/>
            <a:ext cx="323088" cy="170687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4738061" y="4511548"/>
            <a:ext cx="513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latin typeface="Trebuchet MS"/>
                <a:cs typeface="Trebuchet MS"/>
              </a:rPr>
              <a:t>&lt;GO&gt;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894878" y="4849876"/>
            <a:ext cx="30035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Trebuchet MS"/>
                <a:cs typeface="Trebuchet MS"/>
              </a:rPr>
              <a:t>I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600" spc="-25">
                <a:latin typeface="Trebuchet MS"/>
                <a:cs typeface="Trebuchet MS"/>
              </a:rPr>
              <a:t>am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860091" y="5486908"/>
            <a:ext cx="347980" cy="78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8425">
              <a:lnSpc>
                <a:spcPct val="155000"/>
              </a:lnSpc>
              <a:spcBef>
                <a:spcPts val="100"/>
              </a:spcBef>
            </a:pPr>
            <a:r>
              <a:rPr dirty="0" sz="1600" spc="-50">
                <a:latin typeface="Trebuchet MS"/>
                <a:cs typeface="Trebuchet MS"/>
              </a:rPr>
              <a:t>a </a:t>
            </a:r>
            <a:r>
              <a:rPr dirty="0" sz="1600" spc="-25">
                <a:latin typeface="Trebuchet MS"/>
                <a:cs typeface="Trebuchet MS"/>
              </a:rPr>
              <a:t>boy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5" name="object 45" descr=""/>
          <p:cNvSpPr txBox="1"/>
          <p:nvPr/>
        </p:nvSpPr>
        <p:spPr>
          <a:xfrm rot="19260000">
            <a:off x="5354317" y="4256827"/>
            <a:ext cx="40041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25">
                <a:latin typeface="Malgun Gothic"/>
                <a:cs typeface="Malgun Gothic"/>
              </a:rPr>
              <a:t>나는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6" name="object 46" descr=""/>
          <p:cNvSpPr txBox="1"/>
          <p:nvPr/>
        </p:nvSpPr>
        <p:spPr>
          <a:xfrm rot="19260000">
            <a:off x="5816531" y="4255235"/>
            <a:ext cx="253702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50">
                <a:latin typeface="Malgun Gothic"/>
                <a:cs typeface="Malgun Gothic"/>
              </a:rPr>
              <a:t>한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7" name="object 47" descr=""/>
          <p:cNvSpPr txBox="1"/>
          <p:nvPr/>
        </p:nvSpPr>
        <p:spPr>
          <a:xfrm rot="19260000">
            <a:off x="6115832" y="4265971"/>
            <a:ext cx="40041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25">
                <a:latin typeface="Malgun Gothic"/>
                <a:cs typeface="Malgun Gothic"/>
              </a:rPr>
              <a:t>소년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8" name="object 48" descr=""/>
          <p:cNvSpPr txBox="1"/>
          <p:nvPr/>
        </p:nvSpPr>
        <p:spPr>
          <a:xfrm rot="19260000">
            <a:off x="6546025" y="4253779"/>
            <a:ext cx="40041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25">
                <a:latin typeface="Malgun Gothic"/>
                <a:cs typeface="Malgun Gothic"/>
              </a:rPr>
              <a:t>이다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5281074" y="4458356"/>
            <a:ext cx="2155825" cy="1939289"/>
            <a:chOff x="5281074" y="4458356"/>
            <a:chExt cx="2155825" cy="1939289"/>
          </a:xfrm>
        </p:grpSpPr>
        <p:sp>
          <p:nvSpPr>
            <p:cNvPr id="50" name="object 50" descr=""/>
            <p:cNvSpPr/>
            <p:nvPr/>
          </p:nvSpPr>
          <p:spPr>
            <a:xfrm>
              <a:off x="5293774" y="4471056"/>
              <a:ext cx="2106295" cy="415925"/>
            </a:xfrm>
            <a:custGeom>
              <a:avLst/>
              <a:gdLst/>
              <a:ahLst/>
              <a:cxnLst/>
              <a:rect l="l" t="t" r="r" b="b"/>
              <a:pathLst>
                <a:path w="2106295" h="415925">
                  <a:moveTo>
                    <a:pt x="0" y="69268"/>
                  </a:moveTo>
                  <a:lnTo>
                    <a:pt x="5443" y="42305"/>
                  </a:lnTo>
                  <a:lnTo>
                    <a:pt x="20288" y="20288"/>
                  </a:lnTo>
                  <a:lnTo>
                    <a:pt x="42305" y="5443"/>
                  </a:lnTo>
                  <a:lnTo>
                    <a:pt x="69268" y="0"/>
                  </a:lnTo>
                  <a:lnTo>
                    <a:pt x="2036619" y="0"/>
                  </a:lnTo>
                  <a:lnTo>
                    <a:pt x="2063581" y="5443"/>
                  </a:lnTo>
                  <a:lnTo>
                    <a:pt x="2085599" y="20288"/>
                  </a:lnTo>
                  <a:lnTo>
                    <a:pt x="2100443" y="42305"/>
                  </a:lnTo>
                  <a:lnTo>
                    <a:pt x="2105887" y="69268"/>
                  </a:lnTo>
                  <a:lnTo>
                    <a:pt x="2105887" y="346334"/>
                  </a:lnTo>
                  <a:lnTo>
                    <a:pt x="2100443" y="373297"/>
                  </a:lnTo>
                  <a:lnTo>
                    <a:pt x="2085599" y="395314"/>
                  </a:lnTo>
                  <a:lnTo>
                    <a:pt x="2063581" y="410159"/>
                  </a:lnTo>
                  <a:lnTo>
                    <a:pt x="2036619" y="415603"/>
                  </a:lnTo>
                  <a:lnTo>
                    <a:pt x="69268" y="415603"/>
                  </a:lnTo>
                  <a:lnTo>
                    <a:pt x="42305" y="410159"/>
                  </a:lnTo>
                  <a:lnTo>
                    <a:pt x="20288" y="395314"/>
                  </a:lnTo>
                  <a:lnTo>
                    <a:pt x="5443" y="373297"/>
                  </a:lnTo>
                  <a:lnTo>
                    <a:pt x="0" y="346334"/>
                  </a:lnTo>
                  <a:lnTo>
                    <a:pt x="0" y="6926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301274" y="4471056"/>
              <a:ext cx="2106295" cy="807720"/>
            </a:xfrm>
            <a:custGeom>
              <a:avLst/>
              <a:gdLst/>
              <a:ahLst/>
              <a:cxnLst/>
              <a:rect l="l" t="t" r="r" b="b"/>
              <a:pathLst>
                <a:path w="2106295" h="807720">
                  <a:moveTo>
                    <a:pt x="0" y="134588"/>
                  </a:moveTo>
                  <a:lnTo>
                    <a:pt x="6861" y="92048"/>
                  </a:lnTo>
                  <a:lnTo>
                    <a:pt x="25967" y="55102"/>
                  </a:lnTo>
                  <a:lnTo>
                    <a:pt x="55102" y="25967"/>
                  </a:lnTo>
                  <a:lnTo>
                    <a:pt x="92048" y="6861"/>
                  </a:lnTo>
                  <a:lnTo>
                    <a:pt x="134588" y="0"/>
                  </a:lnTo>
                  <a:lnTo>
                    <a:pt x="1971298" y="0"/>
                  </a:lnTo>
                  <a:lnTo>
                    <a:pt x="2013838" y="6861"/>
                  </a:lnTo>
                  <a:lnTo>
                    <a:pt x="2050784" y="25967"/>
                  </a:lnTo>
                  <a:lnTo>
                    <a:pt x="2079919" y="55102"/>
                  </a:lnTo>
                  <a:lnTo>
                    <a:pt x="2099025" y="92048"/>
                  </a:lnTo>
                  <a:lnTo>
                    <a:pt x="2105887" y="134588"/>
                  </a:lnTo>
                  <a:lnTo>
                    <a:pt x="2105887" y="672933"/>
                  </a:lnTo>
                  <a:lnTo>
                    <a:pt x="2099025" y="715473"/>
                  </a:lnTo>
                  <a:lnTo>
                    <a:pt x="2079919" y="752419"/>
                  </a:lnTo>
                  <a:lnTo>
                    <a:pt x="2050784" y="781554"/>
                  </a:lnTo>
                  <a:lnTo>
                    <a:pt x="2013838" y="800660"/>
                  </a:lnTo>
                  <a:lnTo>
                    <a:pt x="1971298" y="807522"/>
                  </a:lnTo>
                  <a:lnTo>
                    <a:pt x="134588" y="807522"/>
                  </a:lnTo>
                  <a:lnTo>
                    <a:pt x="92048" y="800660"/>
                  </a:lnTo>
                  <a:lnTo>
                    <a:pt x="55102" y="781554"/>
                  </a:lnTo>
                  <a:lnTo>
                    <a:pt x="25967" y="752419"/>
                  </a:lnTo>
                  <a:lnTo>
                    <a:pt x="6861" y="715473"/>
                  </a:lnTo>
                  <a:lnTo>
                    <a:pt x="0" y="672933"/>
                  </a:lnTo>
                  <a:lnTo>
                    <a:pt x="0" y="13458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317977" y="4471056"/>
              <a:ext cx="2106295" cy="1913889"/>
            </a:xfrm>
            <a:custGeom>
              <a:avLst/>
              <a:gdLst/>
              <a:ahLst/>
              <a:cxnLst/>
              <a:rect l="l" t="t" r="r" b="b"/>
              <a:pathLst>
                <a:path w="2106295" h="1913889">
                  <a:moveTo>
                    <a:pt x="0" y="318948"/>
                  </a:moveTo>
                  <a:lnTo>
                    <a:pt x="3458" y="271816"/>
                  </a:lnTo>
                  <a:lnTo>
                    <a:pt x="13503" y="226831"/>
                  </a:lnTo>
                  <a:lnTo>
                    <a:pt x="29643" y="184487"/>
                  </a:lnTo>
                  <a:lnTo>
                    <a:pt x="51384" y="145277"/>
                  </a:lnTo>
                  <a:lnTo>
                    <a:pt x="78232" y="109694"/>
                  </a:lnTo>
                  <a:lnTo>
                    <a:pt x="109694" y="78232"/>
                  </a:lnTo>
                  <a:lnTo>
                    <a:pt x="145277" y="51384"/>
                  </a:lnTo>
                  <a:lnTo>
                    <a:pt x="184487" y="29643"/>
                  </a:lnTo>
                  <a:lnTo>
                    <a:pt x="226831" y="13503"/>
                  </a:lnTo>
                  <a:lnTo>
                    <a:pt x="271816" y="3458"/>
                  </a:lnTo>
                  <a:lnTo>
                    <a:pt x="318948" y="0"/>
                  </a:lnTo>
                  <a:lnTo>
                    <a:pt x="1786939" y="0"/>
                  </a:lnTo>
                  <a:lnTo>
                    <a:pt x="1834070" y="3458"/>
                  </a:lnTo>
                  <a:lnTo>
                    <a:pt x="1879055" y="13503"/>
                  </a:lnTo>
                  <a:lnTo>
                    <a:pt x="1921399" y="29643"/>
                  </a:lnTo>
                  <a:lnTo>
                    <a:pt x="1960609" y="51384"/>
                  </a:lnTo>
                  <a:lnTo>
                    <a:pt x="1996192" y="78232"/>
                  </a:lnTo>
                  <a:lnTo>
                    <a:pt x="2027654" y="109694"/>
                  </a:lnTo>
                  <a:lnTo>
                    <a:pt x="2054502" y="145277"/>
                  </a:lnTo>
                  <a:lnTo>
                    <a:pt x="2076243" y="184487"/>
                  </a:lnTo>
                  <a:lnTo>
                    <a:pt x="2092383" y="226831"/>
                  </a:lnTo>
                  <a:lnTo>
                    <a:pt x="2102428" y="271816"/>
                  </a:lnTo>
                  <a:lnTo>
                    <a:pt x="2105887" y="318948"/>
                  </a:lnTo>
                  <a:lnTo>
                    <a:pt x="2105887" y="1594701"/>
                  </a:lnTo>
                  <a:lnTo>
                    <a:pt x="2102428" y="1641832"/>
                  </a:lnTo>
                  <a:lnTo>
                    <a:pt x="2092383" y="1686817"/>
                  </a:lnTo>
                  <a:lnTo>
                    <a:pt x="2076243" y="1729161"/>
                  </a:lnTo>
                  <a:lnTo>
                    <a:pt x="2054502" y="1768371"/>
                  </a:lnTo>
                  <a:lnTo>
                    <a:pt x="2027654" y="1803954"/>
                  </a:lnTo>
                  <a:lnTo>
                    <a:pt x="1996192" y="1835416"/>
                  </a:lnTo>
                  <a:lnTo>
                    <a:pt x="1960609" y="1862264"/>
                  </a:lnTo>
                  <a:lnTo>
                    <a:pt x="1921399" y="1884005"/>
                  </a:lnTo>
                  <a:lnTo>
                    <a:pt x="1879055" y="1900145"/>
                  </a:lnTo>
                  <a:lnTo>
                    <a:pt x="1834070" y="1910190"/>
                  </a:lnTo>
                  <a:lnTo>
                    <a:pt x="1786939" y="1913649"/>
                  </a:lnTo>
                  <a:lnTo>
                    <a:pt x="318948" y="1913649"/>
                  </a:lnTo>
                  <a:lnTo>
                    <a:pt x="271816" y="1910190"/>
                  </a:lnTo>
                  <a:lnTo>
                    <a:pt x="226831" y="1900145"/>
                  </a:lnTo>
                  <a:lnTo>
                    <a:pt x="184487" y="1884005"/>
                  </a:lnTo>
                  <a:lnTo>
                    <a:pt x="145277" y="1862264"/>
                  </a:lnTo>
                  <a:lnTo>
                    <a:pt x="109694" y="1835416"/>
                  </a:lnTo>
                  <a:lnTo>
                    <a:pt x="78232" y="1803954"/>
                  </a:lnTo>
                  <a:lnTo>
                    <a:pt x="51384" y="1768371"/>
                  </a:lnTo>
                  <a:lnTo>
                    <a:pt x="29643" y="1729161"/>
                  </a:lnTo>
                  <a:lnTo>
                    <a:pt x="13503" y="1686817"/>
                  </a:lnTo>
                  <a:lnTo>
                    <a:pt x="3458" y="1641832"/>
                  </a:lnTo>
                  <a:lnTo>
                    <a:pt x="0" y="1594701"/>
                  </a:lnTo>
                  <a:lnTo>
                    <a:pt x="0" y="318948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620642" y="4379467"/>
            <a:ext cx="370205" cy="80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5080" indent="-13970">
              <a:lnSpc>
                <a:spcPct val="1411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t=0 t=1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54" name="object 54" descr=""/>
          <p:cNvSpPr txBox="1"/>
          <p:nvPr/>
        </p:nvSpPr>
        <p:spPr>
          <a:xfrm>
            <a:off x="7620642" y="5994908"/>
            <a:ext cx="356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t=4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 descr=""/>
          <p:cNvSpPr txBox="1"/>
          <p:nvPr/>
        </p:nvSpPr>
        <p:spPr>
          <a:xfrm rot="19260000">
            <a:off x="7030797" y="4251261"/>
            <a:ext cx="1903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5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Output</a:t>
            </a:r>
            <a:r>
              <a:rPr dirty="0" spc="-40"/>
              <a:t> </a:t>
            </a:r>
            <a:r>
              <a:rPr dirty="0"/>
              <a:t>part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Inference</a:t>
            </a:r>
            <a:r>
              <a:rPr dirty="0" spc="-40"/>
              <a:t> </a:t>
            </a:r>
            <a:r>
              <a:rPr dirty="0" spc="-10"/>
              <a:t>Visualization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4939" y="859027"/>
            <a:ext cx="8503920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5"/>
              </a:spcBef>
              <a:buFont typeface="Wingdings"/>
              <a:buChar char=""/>
              <a:tabLst>
                <a:tab pos="355600" algn="l"/>
              </a:tabLst>
            </a:pPr>
            <a:r>
              <a:rPr dirty="0" sz="2400">
                <a:latin typeface="Trebuchet MS"/>
                <a:cs typeface="Trebuchet MS"/>
              </a:rPr>
              <a:t>It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usual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learned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linear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transformation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softmax </a:t>
            </a:r>
            <a:r>
              <a:rPr dirty="0" sz="2400">
                <a:latin typeface="Trebuchet MS"/>
                <a:cs typeface="Trebuchet MS"/>
              </a:rPr>
              <a:t>function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convert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decoder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output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predicted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next- </a:t>
            </a:r>
            <a:r>
              <a:rPr dirty="0" sz="2400">
                <a:latin typeface="Trebuchet MS"/>
                <a:cs typeface="Trebuchet MS"/>
              </a:rPr>
              <a:t>token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probabilities.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2792" y="6129020"/>
            <a:ext cx="574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&lt;GO&gt;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82327" y="3887960"/>
            <a:ext cx="64135" cy="265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0"/>
              </a:lnSpc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38301" y="2771642"/>
            <a:ext cx="1853564" cy="3337560"/>
            <a:chOff x="338301" y="2771642"/>
            <a:chExt cx="1853564" cy="3337560"/>
          </a:xfrm>
        </p:grpSpPr>
        <p:sp>
          <p:nvSpPr>
            <p:cNvPr id="7" name="object 7" descr=""/>
            <p:cNvSpPr/>
            <p:nvPr/>
          </p:nvSpPr>
          <p:spPr>
            <a:xfrm>
              <a:off x="1465605" y="4182033"/>
              <a:ext cx="77470" cy="1927225"/>
            </a:xfrm>
            <a:custGeom>
              <a:avLst/>
              <a:gdLst/>
              <a:ahLst/>
              <a:cxnLst/>
              <a:rect l="l" t="t" r="r" b="b"/>
              <a:pathLst>
                <a:path w="77469" h="1927225">
                  <a:moveTo>
                    <a:pt x="76200" y="1723669"/>
                  </a:moveTo>
                  <a:lnTo>
                    <a:pt x="69837" y="1710969"/>
                  </a:lnTo>
                  <a:lnTo>
                    <a:pt x="38100" y="1647469"/>
                  </a:lnTo>
                  <a:lnTo>
                    <a:pt x="0" y="1723669"/>
                  </a:lnTo>
                  <a:lnTo>
                    <a:pt x="33337" y="1723669"/>
                  </a:lnTo>
                  <a:lnTo>
                    <a:pt x="33337" y="1927148"/>
                  </a:lnTo>
                  <a:lnTo>
                    <a:pt x="42862" y="1927148"/>
                  </a:lnTo>
                  <a:lnTo>
                    <a:pt x="42862" y="1723669"/>
                  </a:lnTo>
                  <a:lnTo>
                    <a:pt x="76200" y="1723669"/>
                  </a:lnTo>
                  <a:close/>
                </a:path>
                <a:path w="77469" h="1927225">
                  <a:moveTo>
                    <a:pt x="77076" y="76200"/>
                  </a:moveTo>
                  <a:lnTo>
                    <a:pt x="70726" y="63500"/>
                  </a:lnTo>
                  <a:lnTo>
                    <a:pt x="38976" y="0"/>
                  </a:lnTo>
                  <a:lnTo>
                    <a:pt x="876" y="76200"/>
                  </a:lnTo>
                  <a:lnTo>
                    <a:pt x="34213" y="76200"/>
                  </a:lnTo>
                  <a:lnTo>
                    <a:pt x="34213" y="279679"/>
                  </a:lnTo>
                  <a:lnTo>
                    <a:pt x="43738" y="279679"/>
                  </a:lnTo>
                  <a:lnTo>
                    <a:pt x="43738" y="76200"/>
                  </a:lnTo>
                  <a:lnTo>
                    <a:pt x="7707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959" y="2771642"/>
              <a:ext cx="1023496" cy="305042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51001" y="3665105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5" h="1281429">
                  <a:moveTo>
                    <a:pt x="101872" y="1281374"/>
                  </a:moveTo>
                  <a:lnTo>
                    <a:pt x="62219" y="1273368"/>
                  </a:lnTo>
                  <a:lnTo>
                    <a:pt x="29837" y="1251536"/>
                  </a:lnTo>
                  <a:lnTo>
                    <a:pt x="8005" y="1219155"/>
                  </a:lnTo>
                  <a:lnTo>
                    <a:pt x="0" y="1179501"/>
                  </a:lnTo>
                  <a:lnTo>
                    <a:pt x="0" y="101872"/>
                  </a:lnTo>
                  <a:lnTo>
                    <a:pt x="8005" y="62218"/>
                  </a:lnTo>
                  <a:lnTo>
                    <a:pt x="29837" y="29837"/>
                  </a:lnTo>
                  <a:lnTo>
                    <a:pt x="62219" y="8005"/>
                  </a:lnTo>
                  <a:lnTo>
                    <a:pt x="101872" y="0"/>
                  </a:lnTo>
                  <a:lnTo>
                    <a:pt x="509353" y="0"/>
                  </a:lnTo>
                  <a:lnTo>
                    <a:pt x="549006" y="8005"/>
                  </a:lnTo>
                  <a:lnTo>
                    <a:pt x="581388" y="29837"/>
                  </a:lnTo>
                  <a:lnTo>
                    <a:pt x="603220" y="62218"/>
                  </a:lnTo>
                  <a:lnTo>
                    <a:pt x="611226" y="101872"/>
                  </a:lnTo>
                  <a:lnTo>
                    <a:pt x="611226" y="1179501"/>
                  </a:lnTo>
                  <a:lnTo>
                    <a:pt x="603220" y="1219155"/>
                  </a:lnTo>
                  <a:lnTo>
                    <a:pt x="581388" y="1251536"/>
                  </a:lnTo>
                  <a:lnTo>
                    <a:pt x="549006" y="1273368"/>
                  </a:lnTo>
                  <a:lnTo>
                    <a:pt x="509353" y="1281374"/>
                  </a:lnTo>
                  <a:lnTo>
                    <a:pt x="101872" y="128137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82776" y="3718692"/>
            <a:ext cx="175260" cy="11499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40"/>
              </a:lnSpc>
            </a:pPr>
            <a:r>
              <a:rPr dirty="0" sz="1150" b="1">
                <a:latin typeface="Gulim"/>
                <a:cs typeface="Gulim"/>
              </a:rPr>
              <a:t>Encoder</a:t>
            </a:r>
            <a:r>
              <a:rPr dirty="0" sz="1150" spc="254" b="1">
                <a:latin typeface="Gulim"/>
                <a:cs typeface="Gulim"/>
              </a:rPr>
              <a:t> </a:t>
            </a:r>
            <a:r>
              <a:rPr dirty="0" sz="1150" spc="-10" b="1">
                <a:latin typeface="Gulim"/>
                <a:cs typeface="Gulim"/>
              </a:rPr>
              <a:t>Output</a:t>
            </a:r>
            <a:endParaRPr sz="1150">
              <a:latin typeface="Gulim"/>
              <a:cs typeface="Guli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54219" y="2462996"/>
            <a:ext cx="887730" cy="2420620"/>
            <a:chOff x="654219" y="2462996"/>
            <a:chExt cx="887730" cy="242062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219" y="3713536"/>
              <a:ext cx="185915" cy="116991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1" y="4262097"/>
              <a:ext cx="205937" cy="7612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65602" y="2462996"/>
              <a:ext cx="76200" cy="280035"/>
            </a:xfrm>
            <a:custGeom>
              <a:avLst/>
              <a:gdLst/>
              <a:ahLst/>
              <a:cxnLst/>
              <a:rect l="l" t="t" r="r" b="b"/>
              <a:pathLst>
                <a:path w="76200" h="280035">
                  <a:moveTo>
                    <a:pt x="42861" y="63500"/>
                  </a:moveTo>
                  <a:lnTo>
                    <a:pt x="33336" y="63500"/>
                  </a:lnTo>
                  <a:lnTo>
                    <a:pt x="33337" y="279680"/>
                  </a:lnTo>
                  <a:lnTo>
                    <a:pt x="42862" y="279680"/>
                  </a:lnTo>
                  <a:lnTo>
                    <a:pt x="42861" y="63500"/>
                  </a:lnTo>
                  <a:close/>
                </a:path>
                <a:path w="76200" h="280035">
                  <a:moveTo>
                    <a:pt x="38098" y="0"/>
                  </a:moveTo>
                  <a:lnTo>
                    <a:pt x="0" y="76200"/>
                  </a:lnTo>
                  <a:lnTo>
                    <a:pt x="33336" y="76200"/>
                  </a:lnTo>
                  <a:lnTo>
                    <a:pt x="33336" y="63500"/>
                  </a:lnTo>
                  <a:lnTo>
                    <a:pt x="69849" y="63500"/>
                  </a:lnTo>
                  <a:lnTo>
                    <a:pt x="38098" y="0"/>
                  </a:lnTo>
                  <a:close/>
                </a:path>
                <a:path w="76200" h="280035">
                  <a:moveTo>
                    <a:pt x="69849" y="63500"/>
                  </a:moveTo>
                  <a:lnTo>
                    <a:pt x="42861" y="63500"/>
                  </a:lnTo>
                  <a:lnTo>
                    <a:pt x="42861" y="76200"/>
                  </a:lnTo>
                  <a:lnTo>
                    <a:pt x="76200" y="76200"/>
                  </a:lnTo>
                  <a:lnTo>
                    <a:pt x="6984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136115" y="6153403"/>
            <a:ext cx="791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&lt;GO&gt;,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641724" y="2254394"/>
            <a:ext cx="1894839" cy="4483100"/>
          </a:xfrm>
          <a:custGeom>
            <a:avLst/>
            <a:gdLst/>
            <a:ahLst/>
            <a:cxnLst/>
            <a:rect l="l" t="t" r="r" b="b"/>
            <a:pathLst>
              <a:path w="1894839" h="4483100">
                <a:moveTo>
                  <a:pt x="467" y="0"/>
                </a:moveTo>
                <a:lnTo>
                  <a:pt x="104" y="7383"/>
                </a:lnTo>
                <a:lnTo>
                  <a:pt x="0" y="9513"/>
                </a:lnTo>
                <a:lnTo>
                  <a:pt x="16584" y="10327"/>
                </a:lnTo>
                <a:lnTo>
                  <a:pt x="64971" y="22100"/>
                </a:lnTo>
                <a:lnTo>
                  <a:pt x="113380" y="47481"/>
                </a:lnTo>
                <a:lnTo>
                  <a:pt x="145559" y="71711"/>
                </a:lnTo>
                <a:lnTo>
                  <a:pt x="177561" y="101586"/>
                </a:lnTo>
                <a:lnTo>
                  <a:pt x="209290" y="136913"/>
                </a:lnTo>
                <a:lnTo>
                  <a:pt x="240663" y="177492"/>
                </a:lnTo>
                <a:lnTo>
                  <a:pt x="271598" y="223117"/>
                </a:lnTo>
                <a:lnTo>
                  <a:pt x="302014" y="273578"/>
                </a:lnTo>
                <a:lnTo>
                  <a:pt x="346534" y="357927"/>
                </a:lnTo>
                <a:lnTo>
                  <a:pt x="375340" y="419567"/>
                </a:lnTo>
                <a:lnTo>
                  <a:pt x="403383" y="485317"/>
                </a:lnTo>
                <a:lnTo>
                  <a:pt x="430596" y="554970"/>
                </a:lnTo>
                <a:lnTo>
                  <a:pt x="456909" y="628321"/>
                </a:lnTo>
                <a:lnTo>
                  <a:pt x="482255" y="705159"/>
                </a:lnTo>
                <a:lnTo>
                  <a:pt x="506572" y="785282"/>
                </a:lnTo>
                <a:lnTo>
                  <a:pt x="529791" y="868483"/>
                </a:lnTo>
                <a:lnTo>
                  <a:pt x="551849" y="954554"/>
                </a:lnTo>
                <a:lnTo>
                  <a:pt x="572678" y="1043292"/>
                </a:lnTo>
                <a:lnTo>
                  <a:pt x="592214" y="1134489"/>
                </a:lnTo>
                <a:lnTo>
                  <a:pt x="610392" y="1227942"/>
                </a:lnTo>
                <a:lnTo>
                  <a:pt x="627147" y="1323445"/>
                </a:lnTo>
                <a:lnTo>
                  <a:pt x="642412" y="1420790"/>
                </a:lnTo>
                <a:lnTo>
                  <a:pt x="656125" y="1519777"/>
                </a:lnTo>
                <a:lnTo>
                  <a:pt x="668220" y="1620196"/>
                </a:lnTo>
                <a:lnTo>
                  <a:pt x="678532" y="1720872"/>
                </a:lnTo>
                <a:lnTo>
                  <a:pt x="687227" y="1823712"/>
                </a:lnTo>
                <a:lnTo>
                  <a:pt x="694103" y="1927372"/>
                </a:lnTo>
                <a:lnTo>
                  <a:pt x="699096" y="2031648"/>
                </a:lnTo>
                <a:lnTo>
                  <a:pt x="702141" y="2136335"/>
                </a:lnTo>
                <a:lnTo>
                  <a:pt x="703173" y="2241323"/>
                </a:lnTo>
                <a:lnTo>
                  <a:pt x="704033" y="2346119"/>
                </a:lnTo>
                <a:lnTo>
                  <a:pt x="706572" y="2450561"/>
                </a:lnTo>
                <a:lnTo>
                  <a:pt x="710737" y="2554674"/>
                </a:lnTo>
                <a:lnTo>
                  <a:pt x="716475" y="2658176"/>
                </a:lnTo>
                <a:lnTo>
                  <a:pt x="723729" y="2760859"/>
                </a:lnTo>
                <a:lnTo>
                  <a:pt x="732446" y="2862519"/>
                </a:lnTo>
                <a:lnTo>
                  <a:pt x="742573" y="2962950"/>
                </a:lnTo>
                <a:lnTo>
                  <a:pt x="754181" y="3063048"/>
                </a:lnTo>
                <a:lnTo>
                  <a:pt x="766998" y="3160551"/>
                </a:lnTo>
                <a:lnTo>
                  <a:pt x="781065" y="3256211"/>
                </a:lnTo>
                <a:lnTo>
                  <a:pt x="796328" y="3349826"/>
                </a:lnTo>
                <a:lnTo>
                  <a:pt x="812732" y="3441190"/>
                </a:lnTo>
                <a:lnTo>
                  <a:pt x="830225" y="3530099"/>
                </a:lnTo>
                <a:lnTo>
                  <a:pt x="848751" y="3616349"/>
                </a:lnTo>
                <a:lnTo>
                  <a:pt x="868258" y="3699737"/>
                </a:lnTo>
                <a:lnTo>
                  <a:pt x="888690" y="3780058"/>
                </a:lnTo>
                <a:lnTo>
                  <a:pt x="909995" y="3857109"/>
                </a:lnTo>
                <a:lnTo>
                  <a:pt x="932119" y="3930686"/>
                </a:lnTo>
                <a:lnTo>
                  <a:pt x="955008" y="4000585"/>
                </a:lnTo>
                <a:lnTo>
                  <a:pt x="978609" y="4066605"/>
                </a:lnTo>
                <a:lnTo>
                  <a:pt x="1002872" y="4128542"/>
                </a:lnTo>
                <a:lnTo>
                  <a:pt x="1027743" y="4186195"/>
                </a:lnTo>
                <a:lnTo>
                  <a:pt x="1053194" y="4239408"/>
                </a:lnTo>
                <a:lnTo>
                  <a:pt x="1079140" y="4287895"/>
                </a:lnTo>
                <a:lnTo>
                  <a:pt x="1105550" y="4331499"/>
                </a:lnTo>
                <a:lnTo>
                  <a:pt x="1132385" y="4370020"/>
                </a:lnTo>
                <a:lnTo>
                  <a:pt x="1159609" y="4403259"/>
                </a:lnTo>
                <a:lnTo>
                  <a:pt x="1187194" y="4431013"/>
                </a:lnTo>
                <a:lnTo>
                  <a:pt x="1229225" y="4461894"/>
                </a:lnTo>
                <a:lnTo>
                  <a:pt x="1272002" y="4479131"/>
                </a:lnTo>
                <a:lnTo>
                  <a:pt x="1300843" y="4482552"/>
                </a:lnTo>
                <a:lnTo>
                  <a:pt x="1356772" y="4481247"/>
                </a:lnTo>
                <a:lnTo>
                  <a:pt x="1412093" y="4477414"/>
                </a:lnTo>
                <a:lnTo>
                  <a:pt x="1450559" y="4473043"/>
                </a:lnTo>
                <a:lnTo>
                  <a:pt x="1301400" y="4473043"/>
                </a:lnTo>
                <a:lnTo>
                  <a:pt x="1288040" y="4472291"/>
                </a:lnTo>
                <a:lnTo>
                  <a:pt x="1247759" y="4460731"/>
                </a:lnTo>
                <a:lnTo>
                  <a:pt x="1207260" y="4435487"/>
                </a:lnTo>
                <a:lnTo>
                  <a:pt x="1166841" y="4397061"/>
                </a:lnTo>
                <a:lnTo>
                  <a:pt x="1140100" y="4364435"/>
                </a:lnTo>
                <a:lnTo>
                  <a:pt x="1113622" y="4326444"/>
                </a:lnTo>
                <a:lnTo>
                  <a:pt x="1087481" y="4283297"/>
                </a:lnTo>
                <a:lnTo>
                  <a:pt x="1061742" y="4235207"/>
                </a:lnTo>
                <a:lnTo>
                  <a:pt x="1036488" y="4182422"/>
                </a:lnTo>
                <a:lnTo>
                  <a:pt x="1011741" y="4125068"/>
                </a:lnTo>
                <a:lnTo>
                  <a:pt x="987578" y="4063398"/>
                </a:lnTo>
                <a:lnTo>
                  <a:pt x="964059" y="3997621"/>
                </a:lnTo>
                <a:lnTo>
                  <a:pt x="941240" y="3927943"/>
                </a:lnTo>
                <a:lnTo>
                  <a:pt x="919175" y="3854570"/>
                </a:lnTo>
                <a:lnTo>
                  <a:pt x="897921" y="3777710"/>
                </a:lnTo>
                <a:lnTo>
                  <a:pt x="877533" y="3697568"/>
                </a:lnTo>
                <a:lnTo>
                  <a:pt x="858064" y="3614349"/>
                </a:lnTo>
                <a:lnTo>
                  <a:pt x="839571" y="3528260"/>
                </a:lnTo>
                <a:lnTo>
                  <a:pt x="822107" y="3439506"/>
                </a:lnTo>
                <a:lnTo>
                  <a:pt x="805728" y="3348293"/>
                </a:lnTo>
                <a:lnTo>
                  <a:pt x="790488" y="3254825"/>
                </a:lnTo>
                <a:lnTo>
                  <a:pt x="776442" y="3159309"/>
                </a:lnTo>
                <a:lnTo>
                  <a:pt x="763643" y="3061949"/>
                </a:lnTo>
                <a:lnTo>
                  <a:pt x="752258" y="2963908"/>
                </a:lnTo>
                <a:lnTo>
                  <a:pt x="742089" y="2863334"/>
                </a:lnTo>
                <a:lnTo>
                  <a:pt x="733336" y="2761531"/>
                </a:lnTo>
                <a:lnTo>
                  <a:pt x="726051" y="2658704"/>
                </a:lnTo>
                <a:lnTo>
                  <a:pt x="720291" y="2555055"/>
                </a:lnTo>
                <a:lnTo>
                  <a:pt x="716110" y="2450793"/>
                </a:lnTo>
                <a:lnTo>
                  <a:pt x="713560" y="2346119"/>
                </a:lnTo>
                <a:lnTo>
                  <a:pt x="712699" y="2241323"/>
                </a:lnTo>
                <a:lnTo>
                  <a:pt x="711673" y="2136612"/>
                </a:lnTo>
                <a:lnTo>
                  <a:pt x="708646" y="2032102"/>
                </a:lnTo>
                <a:lnTo>
                  <a:pt x="703679" y="1928002"/>
                </a:lnTo>
                <a:lnTo>
                  <a:pt x="696839" y="1824513"/>
                </a:lnTo>
                <a:lnTo>
                  <a:pt x="688188" y="1721843"/>
                </a:lnTo>
                <a:lnTo>
                  <a:pt x="677793" y="1620196"/>
                </a:lnTo>
                <a:lnTo>
                  <a:pt x="665560" y="1518470"/>
                </a:lnTo>
                <a:lnTo>
                  <a:pt x="651822" y="1419315"/>
                </a:lnTo>
                <a:lnTo>
                  <a:pt x="636529" y="1321799"/>
                </a:lnTo>
                <a:lnTo>
                  <a:pt x="619742" y="1226124"/>
                </a:lnTo>
                <a:lnTo>
                  <a:pt x="601527" y="1132494"/>
                </a:lnTo>
                <a:lnTo>
                  <a:pt x="581952" y="1041115"/>
                </a:lnTo>
                <a:lnTo>
                  <a:pt x="561075" y="952190"/>
                </a:lnTo>
                <a:lnTo>
                  <a:pt x="538966" y="865922"/>
                </a:lnTo>
                <a:lnTo>
                  <a:pt x="515687" y="782516"/>
                </a:lnTo>
                <a:lnTo>
                  <a:pt x="491302" y="702176"/>
                </a:lnTo>
                <a:lnTo>
                  <a:pt x="465874" y="625104"/>
                </a:lnTo>
                <a:lnTo>
                  <a:pt x="439466" y="551505"/>
                </a:lnTo>
                <a:lnTo>
                  <a:pt x="412145" y="481580"/>
                </a:lnTo>
                <a:lnTo>
                  <a:pt x="383970" y="415533"/>
                </a:lnTo>
                <a:lnTo>
                  <a:pt x="355004" y="353568"/>
                </a:lnTo>
                <a:lnTo>
                  <a:pt x="325333" y="295931"/>
                </a:lnTo>
                <a:lnTo>
                  <a:pt x="294970" y="242736"/>
                </a:lnTo>
                <a:lnTo>
                  <a:pt x="263994" y="194226"/>
                </a:lnTo>
                <a:lnTo>
                  <a:pt x="232460" y="150604"/>
                </a:lnTo>
                <a:lnTo>
                  <a:pt x="200418" y="112071"/>
                </a:lnTo>
                <a:lnTo>
                  <a:pt x="167913" y="78832"/>
                </a:lnTo>
                <a:lnTo>
                  <a:pt x="134985" y="51100"/>
                </a:lnTo>
                <a:lnTo>
                  <a:pt x="101671" y="29100"/>
                </a:lnTo>
                <a:lnTo>
                  <a:pt x="51079" y="7383"/>
                </a:lnTo>
                <a:lnTo>
                  <a:pt x="17052" y="814"/>
                </a:lnTo>
                <a:lnTo>
                  <a:pt x="467" y="0"/>
                </a:lnTo>
                <a:close/>
              </a:path>
              <a:path w="1894839" h="4483100">
                <a:moveTo>
                  <a:pt x="1862896" y="4319431"/>
                </a:moveTo>
                <a:lnTo>
                  <a:pt x="1851687" y="4319431"/>
                </a:lnTo>
                <a:lnTo>
                  <a:pt x="1851208" y="4319853"/>
                </a:lnTo>
                <a:lnTo>
                  <a:pt x="1850858" y="4320384"/>
                </a:lnTo>
                <a:lnTo>
                  <a:pt x="1850606" y="4320384"/>
                </a:lnTo>
                <a:lnTo>
                  <a:pt x="1813937" y="4348827"/>
                </a:lnTo>
                <a:lnTo>
                  <a:pt x="1746994" y="4385250"/>
                </a:lnTo>
                <a:lnTo>
                  <a:pt x="1707344" y="4401869"/>
                </a:lnTo>
                <a:lnTo>
                  <a:pt x="1664199" y="4417171"/>
                </a:lnTo>
                <a:lnTo>
                  <a:pt x="1617873" y="4431013"/>
                </a:lnTo>
                <a:lnTo>
                  <a:pt x="1569181" y="4443131"/>
                </a:lnTo>
                <a:lnTo>
                  <a:pt x="1518189" y="4453447"/>
                </a:lnTo>
                <a:lnTo>
                  <a:pt x="1465461" y="4461764"/>
                </a:lnTo>
                <a:lnTo>
                  <a:pt x="1411434" y="4467912"/>
                </a:lnTo>
                <a:lnTo>
                  <a:pt x="1356547" y="4471725"/>
                </a:lnTo>
                <a:lnTo>
                  <a:pt x="1301400" y="4473043"/>
                </a:lnTo>
                <a:lnTo>
                  <a:pt x="1450559" y="4473043"/>
                </a:lnTo>
                <a:lnTo>
                  <a:pt x="1519673" y="4462856"/>
                </a:lnTo>
                <a:lnTo>
                  <a:pt x="1571070" y="4452467"/>
                </a:lnTo>
                <a:lnTo>
                  <a:pt x="1620297" y="4440225"/>
                </a:lnTo>
                <a:lnTo>
                  <a:pt x="1666925" y="4426297"/>
                </a:lnTo>
                <a:lnTo>
                  <a:pt x="1710527" y="4410847"/>
                </a:lnTo>
                <a:lnTo>
                  <a:pt x="1750674" y="4394035"/>
                </a:lnTo>
                <a:lnTo>
                  <a:pt x="1786942" y="4376019"/>
                </a:lnTo>
                <a:lnTo>
                  <a:pt x="1833241" y="4347002"/>
                </a:lnTo>
                <a:lnTo>
                  <a:pt x="1862267" y="4320384"/>
                </a:lnTo>
                <a:lnTo>
                  <a:pt x="1850858" y="4320384"/>
                </a:lnTo>
                <a:lnTo>
                  <a:pt x="1851320" y="4319853"/>
                </a:lnTo>
                <a:lnTo>
                  <a:pt x="1862618" y="4319853"/>
                </a:lnTo>
                <a:lnTo>
                  <a:pt x="1862896" y="4319431"/>
                </a:lnTo>
                <a:close/>
              </a:path>
              <a:path w="1894839" h="4483100">
                <a:moveTo>
                  <a:pt x="1894412" y="4303420"/>
                </a:moveTo>
                <a:lnTo>
                  <a:pt x="1862042" y="4303420"/>
                </a:lnTo>
                <a:lnTo>
                  <a:pt x="1869994" y="4308663"/>
                </a:lnTo>
                <a:lnTo>
                  <a:pt x="1863272" y="4318860"/>
                </a:lnTo>
                <a:lnTo>
                  <a:pt x="1894471" y="4334385"/>
                </a:lnTo>
                <a:lnTo>
                  <a:pt x="1894412" y="4303420"/>
                </a:lnTo>
                <a:close/>
              </a:path>
              <a:path w="1894839" h="4483100">
                <a:moveTo>
                  <a:pt x="1854681" y="4314585"/>
                </a:moveTo>
                <a:lnTo>
                  <a:pt x="1851208" y="4319853"/>
                </a:lnTo>
                <a:lnTo>
                  <a:pt x="1851687" y="4319431"/>
                </a:lnTo>
                <a:lnTo>
                  <a:pt x="1862896" y="4319431"/>
                </a:lnTo>
                <a:lnTo>
                  <a:pt x="1863272" y="4318860"/>
                </a:lnTo>
                <a:lnTo>
                  <a:pt x="1854681" y="4314585"/>
                </a:lnTo>
                <a:close/>
              </a:path>
              <a:path w="1894839" h="4483100">
                <a:moveTo>
                  <a:pt x="1862042" y="4303420"/>
                </a:moveTo>
                <a:lnTo>
                  <a:pt x="1854681" y="4314585"/>
                </a:lnTo>
                <a:lnTo>
                  <a:pt x="1863272" y="4318860"/>
                </a:lnTo>
                <a:lnTo>
                  <a:pt x="1869994" y="4308663"/>
                </a:lnTo>
                <a:lnTo>
                  <a:pt x="1862042" y="4303420"/>
                </a:lnTo>
                <a:close/>
              </a:path>
              <a:path w="1894839" h="4483100">
                <a:moveTo>
                  <a:pt x="1894307" y="4249191"/>
                </a:moveTo>
                <a:lnTo>
                  <a:pt x="1826251" y="4300438"/>
                </a:lnTo>
                <a:lnTo>
                  <a:pt x="1854681" y="4314585"/>
                </a:lnTo>
                <a:lnTo>
                  <a:pt x="1862042" y="4303420"/>
                </a:lnTo>
                <a:lnTo>
                  <a:pt x="1894412" y="4303420"/>
                </a:lnTo>
                <a:lnTo>
                  <a:pt x="1894307" y="4249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504696" y="3897104"/>
            <a:ext cx="64135" cy="265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0"/>
              </a:lnSpc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360672" y="2780582"/>
            <a:ext cx="1853564" cy="3337560"/>
            <a:chOff x="2360672" y="2780582"/>
            <a:chExt cx="1853564" cy="3337560"/>
          </a:xfrm>
        </p:grpSpPr>
        <p:sp>
          <p:nvSpPr>
            <p:cNvPr id="19" name="object 19" descr=""/>
            <p:cNvSpPr/>
            <p:nvPr/>
          </p:nvSpPr>
          <p:spPr>
            <a:xfrm>
              <a:off x="3487966" y="4190974"/>
              <a:ext cx="77470" cy="1927225"/>
            </a:xfrm>
            <a:custGeom>
              <a:avLst/>
              <a:gdLst/>
              <a:ahLst/>
              <a:cxnLst/>
              <a:rect l="l" t="t" r="r" b="b"/>
              <a:pathLst>
                <a:path w="77470" h="1927225">
                  <a:moveTo>
                    <a:pt x="76200" y="1723669"/>
                  </a:moveTo>
                  <a:lnTo>
                    <a:pt x="69850" y="1710969"/>
                  </a:lnTo>
                  <a:lnTo>
                    <a:pt x="38100" y="1647469"/>
                  </a:lnTo>
                  <a:lnTo>
                    <a:pt x="0" y="1723669"/>
                  </a:lnTo>
                  <a:lnTo>
                    <a:pt x="33337" y="1723669"/>
                  </a:lnTo>
                  <a:lnTo>
                    <a:pt x="33337" y="1927148"/>
                  </a:lnTo>
                  <a:lnTo>
                    <a:pt x="42862" y="1927148"/>
                  </a:lnTo>
                  <a:lnTo>
                    <a:pt x="42862" y="1723669"/>
                  </a:lnTo>
                  <a:lnTo>
                    <a:pt x="76200" y="1723669"/>
                  </a:lnTo>
                  <a:close/>
                </a:path>
                <a:path w="77470" h="1927225">
                  <a:moveTo>
                    <a:pt x="77076" y="76200"/>
                  </a:moveTo>
                  <a:lnTo>
                    <a:pt x="70726" y="63500"/>
                  </a:lnTo>
                  <a:lnTo>
                    <a:pt x="38976" y="0"/>
                  </a:lnTo>
                  <a:lnTo>
                    <a:pt x="876" y="76200"/>
                  </a:lnTo>
                  <a:lnTo>
                    <a:pt x="34213" y="76200"/>
                  </a:lnTo>
                  <a:lnTo>
                    <a:pt x="34226" y="279679"/>
                  </a:lnTo>
                  <a:lnTo>
                    <a:pt x="43751" y="279679"/>
                  </a:lnTo>
                  <a:lnTo>
                    <a:pt x="43738" y="76200"/>
                  </a:lnTo>
                  <a:lnTo>
                    <a:pt x="7707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0328" y="2780582"/>
              <a:ext cx="1023496" cy="305042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2373372" y="3674046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5" h="1281429">
                  <a:moveTo>
                    <a:pt x="509353" y="0"/>
                  </a:moveTo>
                  <a:lnTo>
                    <a:pt x="101871" y="0"/>
                  </a:lnTo>
                  <a:lnTo>
                    <a:pt x="62218" y="8005"/>
                  </a:lnTo>
                  <a:lnTo>
                    <a:pt x="29837" y="29837"/>
                  </a:lnTo>
                  <a:lnTo>
                    <a:pt x="8005" y="62218"/>
                  </a:lnTo>
                  <a:lnTo>
                    <a:pt x="0" y="101871"/>
                  </a:lnTo>
                  <a:lnTo>
                    <a:pt x="0" y="1179501"/>
                  </a:lnTo>
                  <a:lnTo>
                    <a:pt x="8005" y="1219154"/>
                  </a:lnTo>
                  <a:lnTo>
                    <a:pt x="29837" y="1251535"/>
                  </a:lnTo>
                  <a:lnTo>
                    <a:pt x="62218" y="1273367"/>
                  </a:lnTo>
                  <a:lnTo>
                    <a:pt x="101871" y="1281372"/>
                  </a:lnTo>
                  <a:lnTo>
                    <a:pt x="509353" y="1281372"/>
                  </a:lnTo>
                  <a:lnTo>
                    <a:pt x="549006" y="1273367"/>
                  </a:lnTo>
                  <a:lnTo>
                    <a:pt x="581388" y="1251535"/>
                  </a:lnTo>
                  <a:lnTo>
                    <a:pt x="603220" y="1219154"/>
                  </a:lnTo>
                  <a:lnTo>
                    <a:pt x="611225" y="1179501"/>
                  </a:lnTo>
                  <a:lnTo>
                    <a:pt x="611225" y="101871"/>
                  </a:lnTo>
                  <a:lnTo>
                    <a:pt x="603220" y="62218"/>
                  </a:lnTo>
                  <a:lnTo>
                    <a:pt x="581388" y="29837"/>
                  </a:lnTo>
                  <a:lnTo>
                    <a:pt x="549006" y="8005"/>
                  </a:lnTo>
                  <a:lnTo>
                    <a:pt x="509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373372" y="3674045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5" h="1281429">
                  <a:moveTo>
                    <a:pt x="101872" y="1281374"/>
                  </a:moveTo>
                  <a:lnTo>
                    <a:pt x="62219" y="1273368"/>
                  </a:lnTo>
                  <a:lnTo>
                    <a:pt x="29837" y="1251536"/>
                  </a:lnTo>
                  <a:lnTo>
                    <a:pt x="8005" y="1219155"/>
                  </a:lnTo>
                  <a:lnTo>
                    <a:pt x="0" y="1179501"/>
                  </a:lnTo>
                  <a:lnTo>
                    <a:pt x="0" y="101872"/>
                  </a:lnTo>
                  <a:lnTo>
                    <a:pt x="8005" y="62218"/>
                  </a:lnTo>
                  <a:lnTo>
                    <a:pt x="29837" y="29837"/>
                  </a:lnTo>
                  <a:lnTo>
                    <a:pt x="62219" y="8005"/>
                  </a:lnTo>
                  <a:lnTo>
                    <a:pt x="101872" y="0"/>
                  </a:lnTo>
                  <a:lnTo>
                    <a:pt x="509353" y="0"/>
                  </a:lnTo>
                  <a:lnTo>
                    <a:pt x="549006" y="8005"/>
                  </a:lnTo>
                  <a:lnTo>
                    <a:pt x="581388" y="29837"/>
                  </a:lnTo>
                  <a:lnTo>
                    <a:pt x="603220" y="62218"/>
                  </a:lnTo>
                  <a:lnTo>
                    <a:pt x="611226" y="101872"/>
                  </a:lnTo>
                  <a:lnTo>
                    <a:pt x="611226" y="1179501"/>
                  </a:lnTo>
                  <a:lnTo>
                    <a:pt x="603220" y="1219155"/>
                  </a:lnTo>
                  <a:lnTo>
                    <a:pt x="581388" y="1251536"/>
                  </a:lnTo>
                  <a:lnTo>
                    <a:pt x="549006" y="1273368"/>
                  </a:lnTo>
                  <a:lnTo>
                    <a:pt x="509353" y="1281374"/>
                  </a:lnTo>
                  <a:lnTo>
                    <a:pt x="101872" y="128137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405146" y="3727836"/>
            <a:ext cx="175260" cy="11499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40"/>
              </a:lnSpc>
            </a:pPr>
            <a:r>
              <a:rPr dirty="0" sz="1150" b="1">
                <a:latin typeface="Gulim"/>
                <a:cs typeface="Gulim"/>
              </a:rPr>
              <a:t>Encoder</a:t>
            </a:r>
            <a:r>
              <a:rPr dirty="0" sz="1150" spc="254" b="1">
                <a:latin typeface="Gulim"/>
                <a:cs typeface="Gulim"/>
              </a:rPr>
              <a:t> </a:t>
            </a:r>
            <a:r>
              <a:rPr dirty="0" sz="1150" spc="-10" b="1">
                <a:latin typeface="Gulim"/>
                <a:cs typeface="Gulim"/>
              </a:rPr>
              <a:t>Output</a:t>
            </a:r>
            <a:endParaRPr sz="1150">
              <a:latin typeface="Gulim"/>
              <a:cs typeface="Gulim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676589" y="2263336"/>
            <a:ext cx="3001010" cy="4485640"/>
            <a:chOff x="2676589" y="2263336"/>
            <a:chExt cx="3001010" cy="4485640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6589" y="3722476"/>
              <a:ext cx="185915" cy="116991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4390" y="4271036"/>
              <a:ext cx="205938" cy="7612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487966" y="2263342"/>
              <a:ext cx="2189480" cy="4485640"/>
            </a:xfrm>
            <a:custGeom>
              <a:avLst/>
              <a:gdLst/>
              <a:ahLst/>
              <a:cxnLst/>
              <a:rect l="l" t="t" r="r" b="b"/>
              <a:pathLst>
                <a:path w="2189479" h="4485640">
                  <a:moveTo>
                    <a:pt x="76200" y="284797"/>
                  </a:moveTo>
                  <a:lnTo>
                    <a:pt x="69850" y="272097"/>
                  </a:lnTo>
                  <a:lnTo>
                    <a:pt x="38100" y="208597"/>
                  </a:lnTo>
                  <a:lnTo>
                    <a:pt x="0" y="284797"/>
                  </a:lnTo>
                  <a:lnTo>
                    <a:pt x="33337" y="284797"/>
                  </a:lnTo>
                  <a:lnTo>
                    <a:pt x="33337" y="488276"/>
                  </a:lnTo>
                  <a:lnTo>
                    <a:pt x="42862" y="488276"/>
                  </a:lnTo>
                  <a:lnTo>
                    <a:pt x="42862" y="284797"/>
                  </a:lnTo>
                  <a:lnTo>
                    <a:pt x="76200" y="284797"/>
                  </a:lnTo>
                  <a:close/>
                </a:path>
                <a:path w="2189479" h="4485640">
                  <a:moveTo>
                    <a:pt x="2155660" y="4323029"/>
                  </a:moveTo>
                  <a:lnTo>
                    <a:pt x="2144001" y="4323029"/>
                  </a:lnTo>
                  <a:lnTo>
                    <a:pt x="2143760" y="4323029"/>
                  </a:lnTo>
                  <a:lnTo>
                    <a:pt x="2132952" y="4332059"/>
                  </a:lnTo>
                  <a:lnTo>
                    <a:pt x="2089150" y="4360989"/>
                  </a:lnTo>
                  <a:lnTo>
                    <a:pt x="2053780" y="4379252"/>
                  </a:lnTo>
                  <a:lnTo>
                    <a:pt x="1992693" y="4404601"/>
                  </a:lnTo>
                  <a:lnTo>
                    <a:pt x="1947227" y="4419905"/>
                  </a:lnTo>
                  <a:lnTo>
                    <a:pt x="1898142" y="4433811"/>
                  </a:lnTo>
                  <a:lnTo>
                    <a:pt x="1847088" y="4445876"/>
                  </a:lnTo>
                  <a:lnTo>
                    <a:pt x="1793354" y="4456188"/>
                  </a:lnTo>
                  <a:lnTo>
                    <a:pt x="1737791" y="4464507"/>
                  </a:lnTo>
                  <a:lnTo>
                    <a:pt x="1680857" y="4470654"/>
                  </a:lnTo>
                  <a:lnTo>
                    <a:pt x="1623021" y="4474476"/>
                  </a:lnTo>
                  <a:lnTo>
                    <a:pt x="1564894" y="4475785"/>
                  </a:lnTo>
                  <a:lnTo>
                    <a:pt x="1550758" y="4475035"/>
                  </a:lnTo>
                  <a:lnTo>
                    <a:pt x="1508213" y="4463427"/>
                  </a:lnTo>
                  <a:lnTo>
                    <a:pt x="1465491" y="4438129"/>
                  </a:lnTo>
                  <a:lnTo>
                    <a:pt x="1422895" y="4399673"/>
                  </a:lnTo>
                  <a:lnTo>
                    <a:pt x="1394726" y="4367022"/>
                  </a:lnTo>
                  <a:lnTo>
                    <a:pt x="1366951" y="4329163"/>
                  </a:lnTo>
                  <a:lnTo>
                    <a:pt x="1339303" y="4285831"/>
                  </a:lnTo>
                  <a:lnTo>
                    <a:pt x="1312189" y="4237723"/>
                  </a:lnTo>
                  <a:lnTo>
                    <a:pt x="1285595" y="4184904"/>
                  </a:lnTo>
                  <a:lnTo>
                    <a:pt x="1259522" y="4127525"/>
                  </a:lnTo>
                  <a:lnTo>
                    <a:pt x="1234071" y="4065816"/>
                  </a:lnTo>
                  <a:lnTo>
                    <a:pt x="1209306" y="4000004"/>
                  </a:lnTo>
                  <a:lnTo>
                    <a:pt x="1185265" y="3930294"/>
                  </a:lnTo>
                  <a:lnTo>
                    <a:pt x="1162024" y="3856875"/>
                  </a:lnTo>
                  <a:lnTo>
                    <a:pt x="1139634" y="3779977"/>
                  </a:lnTo>
                  <a:lnTo>
                    <a:pt x="1118158" y="3699789"/>
                  </a:lnTo>
                  <a:lnTo>
                    <a:pt x="1097661" y="3616515"/>
                  </a:lnTo>
                  <a:lnTo>
                    <a:pt x="1078179" y="3530384"/>
                  </a:lnTo>
                  <a:lnTo>
                    <a:pt x="1059776" y="3441573"/>
                  </a:lnTo>
                  <a:lnTo>
                    <a:pt x="1042530" y="3350310"/>
                  </a:lnTo>
                  <a:lnTo>
                    <a:pt x="1026477" y="3256788"/>
                  </a:lnTo>
                  <a:lnTo>
                    <a:pt x="1011682" y="3161220"/>
                  </a:lnTo>
                  <a:lnTo>
                    <a:pt x="998194" y="3063798"/>
                  </a:lnTo>
                  <a:lnTo>
                    <a:pt x="986205" y="2965754"/>
                  </a:lnTo>
                  <a:lnTo>
                    <a:pt x="975499" y="2865107"/>
                  </a:lnTo>
                  <a:lnTo>
                    <a:pt x="966279" y="2763240"/>
                  </a:lnTo>
                  <a:lnTo>
                    <a:pt x="958596" y="2660345"/>
                  </a:lnTo>
                  <a:lnTo>
                    <a:pt x="952538" y="2556637"/>
                  </a:lnTo>
                  <a:lnTo>
                    <a:pt x="948131" y="2452306"/>
                  </a:lnTo>
                  <a:lnTo>
                    <a:pt x="945438" y="2347557"/>
                  </a:lnTo>
                  <a:lnTo>
                    <a:pt x="944537" y="2242693"/>
                  </a:lnTo>
                  <a:lnTo>
                    <a:pt x="943660" y="2137905"/>
                  </a:lnTo>
                  <a:lnTo>
                    <a:pt x="941057" y="2033320"/>
                  </a:lnTo>
                  <a:lnTo>
                    <a:pt x="936815" y="1929142"/>
                  </a:lnTo>
                  <a:lnTo>
                    <a:pt x="930948" y="1825574"/>
                  </a:lnTo>
                  <a:lnTo>
                    <a:pt x="923544" y="1722831"/>
                  </a:lnTo>
                  <a:lnTo>
                    <a:pt x="914641" y="1621104"/>
                  </a:lnTo>
                  <a:lnTo>
                    <a:pt x="904290" y="1520609"/>
                  </a:lnTo>
                  <a:lnTo>
                    <a:pt x="904176" y="1519491"/>
                  </a:lnTo>
                  <a:lnTo>
                    <a:pt x="892416" y="1420291"/>
                  </a:lnTo>
                  <a:lnTo>
                    <a:pt x="879322" y="1322730"/>
                  </a:lnTo>
                  <a:lnTo>
                    <a:pt x="864958" y="1226997"/>
                  </a:lnTo>
                  <a:lnTo>
                    <a:pt x="849363" y="1133322"/>
                  </a:lnTo>
                  <a:lnTo>
                    <a:pt x="832599" y="1041908"/>
                  </a:lnTo>
                  <a:lnTo>
                    <a:pt x="814730" y="952931"/>
                  </a:lnTo>
                  <a:lnTo>
                    <a:pt x="795807" y="866622"/>
                  </a:lnTo>
                  <a:lnTo>
                    <a:pt x="775868" y="783183"/>
                  </a:lnTo>
                  <a:lnTo>
                    <a:pt x="755002" y="702805"/>
                  </a:lnTo>
                  <a:lnTo>
                    <a:pt x="733221" y="625690"/>
                  </a:lnTo>
                  <a:lnTo>
                    <a:pt x="710628" y="552069"/>
                  </a:lnTo>
                  <a:lnTo>
                    <a:pt x="687235" y="482104"/>
                  </a:lnTo>
                  <a:lnTo>
                    <a:pt x="663117" y="416039"/>
                  </a:lnTo>
                  <a:lnTo>
                    <a:pt x="638314" y="354037"/>
                  </a:lnTo>
                  <a:lnTo>
                    <a:pt x="612914" y="296379"/>
                  </a:lnTo>
                  <a:lnTo>
                    <a:pt x="586930" y="243154"/>
                  </a:lnTo>
                  <a:lnTo>
                    <a:pt x="560400" y="194627"/>
                  </a:lnTo>
                  <a:lnTo>
                    <a:pt x="533412" y="150977"/>
                  </a:lnTo>
                  <a:lnTo>
                    <a:pt x="505968" y="112407"/>
                  </a:lnTo>
                  <a:lnTo>
                    <a:pt x="478116" y="79133"/>
                  </a:lnTo>
                  <a:lnTo>
                    <a:pt x="449884" y="51346"/>
                  </a:lnTo>
                  <a:lnTo>
                    <a:pt x="406831" y="20459"/>
                  </a:lnTo>
                  <a:lnTo>
                    <a:pt x="363016" y="3302"/>
                  </a:lnTo>
                  <a:lnTo>
                    <a:pt x="334098" y="0"/>
                  </a:lnTo>
                  <a:lnTo>
                    <a:pt x="333667" y="7429"/>
                  </a:lnTo>
                  <a:lnTo>
                    <a:pt x="333552" y="9512"/>
                  </a:lnTo>
                  <a:lnTo>
                    <a:pt x="347751" y="10325"/>
                  </a:lnTo>
                  <a:lnTo>
                    <a:pt x="361416" y="12687"/>
                  </a:lnTo>
                  <a:lnTo>
                    <a:pt x="402551" y="28956"/>
                  </a:lnTo>
                  <a:lnTo>
                    <a:pt x="443814" y="58686"/>
                  </a:lnTo>
                  <a:lnTo>
                    <a:pt x="471258" y="85737"/>
                  </a:lnTo>
                  <a:lnTo>
                    <a:pt x="498538" y="118364"/>
                  </a:lnTo>
                  <a:lnTo>
                    <a:pt x="525551" y="156362"/>
                  </a:lnTo>
                  <a:lnTo>
                    <a:pt x="552234" y="199517"/>
                  </a:lnTo>
                  <a:lnTo>
                    <a:pt x="578510" y="247624"/>
                  </a:lnTo>
                  <a:lnTo>
                    <a:pt x="604316" y="300469"/>
                  </a:lnTo>
                  <a:lnTo>
                    <a:pt x="629602" y="357886"/>
                  </a:lnTo>
                  <a:lnTo>
                    <a:pt x="654265" y="419569"/>
                  </a:lnTo>
                  <a:lnTo>
                    <a:pt x="678281" y="485368"/>
                  </a:lnTo>
                  <a:lnTo>
                    <a:pt x="701586" y="555078"/>
                  </a:lnTo>
                  <a:lnTo>
                    <a:pt x="724128" y="628484"/>
                  </a:lnTo>
                  <a:lnTo>
                    <a:pt x="745832" y="705383"/>
                  </a:lnTo>
                  <a:lnTo>
                    <a:pt x="766648" y="785571"/>
                  </a:lnTo>
                  <a:lnTo>
                    <a:pt x="786536" y="868832"/>
                  </a:lnTo>
                  <a:lnTo>
                    <a:pt x="805421" y="954976"/>
                  </a:lnTo>
                  <a:lnTo>
                    <a:pt x="823264" y="1043774"/>
                  </a:lnTo>
                  <a:lnTo>
                    <a:pt x="839990" y="1135049"/>
                  </a:lnTo>
                  <a:lnTo>
                    <a:pt x="855560" y="1228559"/>
                  </a:lnTo>
                  <a:lnTo>
                    <a:pt x="869899" y="1324140"/>
                  </a:lnTo>
                  <a:lnTo>
                    <a:pt x="882980" y="1421561"/>
                  </a:lnTo>
                  <a:lnTo>
                    <a:pt x="894715" y="1520609"/>
                  </a:lnTo>
                  <a:lnTo>
                    <a:pt x="904976" y="1620126"/>
                  </a:lnTo>
                  <a:lnTo>
                    <a:pt x="905078" y="1621104"/>
                  </a:lnTo>
                  <a:lnTo>
                    <a:pt x="913917" y="1721993"/>
                  </a:lnTo>
                  <a:lnTo>
                    <a:pt x="913993" y="1722831"/>
                  </a:lnTo>
                  <a:lnTo>
                    <a:pt x="921359" y="1824888"/>
                  </a:lnTo>
                  <a:lnTo>
                    <a:pt x="927252" y="1928596"/>
                  </a:lnTo>
                  <a:lnTo>
                    <a:pt x="931519" y="2032927"/>
                  </a:lnTo>
                  <a:lnTo>
                    <a:pt x="934123" y="2137664"/>
                  </a:lnTo>
                  <a:lnTo>
                    <a:pt x="935913" y="2347557"/>
                  </a:lnTo>
                  <a:lnTo>
                    <a:pt x="938593" y="2452065"/>
                  </a:lnTo>
                  <a:lnTo>
                    <a:pt x="942975" y="2556230"/>
                  </a:lnTo>
                  <a:lnTo>
                    <a:pt x="949020" y="2659799"/>
                  </a:lnTo>
                  <a:lnTo>
                    <a:pt x="956665" y="2762529"/>
                  </a:lnTo>
                  <a:lnTo>
                    <a:pt x="965847" y="2864256"/>
                  </a:lnTo>
                  <a:lnTo>
                    <a:pt x="965923" y="2865107"/>
                  </a:lnTo>
                  <a:lnTo>
                    <a:pt x="976503" y="2964738"/>
                  </a:lnTo>
                  <a:lnTo>
                    <a:pt x="988745" y="3064954"/>
                  </a:lnTo>
                  <a:lnTo>
                    <a:pt x="1002245" y="3162516"/>
                  </a:lnTo>
                  <a:lnTo>
                    <a:pt x="1017066" y="3258248"/>
                  </a:lnTo>
                  <a:lnTo>
                    <a:pt x="1033145" y="3351923"/>
                  </a:lnTo>
                  <a:lnTo>
                    <a:pt x="1050417" y="3443338"/>
                  </a:lnTo>
                  <a:lnTo>
                    <a:pt x="1068844" y="3532314"/>
                  </a:lnTo>
                  <a:lnTo>
                    <a:pt x="1088364" y="3618623"/>
                  </a:lnTo>
                  <a:lnTo>
                    <a:pt x="1108913" y="3702062"/>
                  </a:lnTo>
                  <a:lnTo>
                    <a:pt x="1130439" y="3782441"/>
                  </a:lnTo>
                  <a:lnTo>
                    <a:pt x="1152880" y="3859542"/>
                  </a:lnTo>
                  <a:lnTo>
                    <a:pt x="1176185" y="3933164"/>
                  </a:lnTo>
                  <a:lnTo>
                    <a:pt x="1200302" y="4003116"/>
                  </a:lnTo>
                  <a:lnTo>
                    <a:pt x="1225156" y="4069169"/>
                  </a:lnTo>
                  <a:lnTo>
                    <a:pt x="1250721" y="4131157"/>
                  </a:lnTo>
                  <a:lnTo>
                    <a:pt x="1276921" y="4188841"/>
                  </a:lnTo>
                  <a:lnTo>
                    <a:pt x="1303731" y="4242092"/>
                  </a:lnTo>
                  <a:lnTo>
                    <a:pt x="1331061" y="4290619"/>
                  </a:lnTo>
                  <a:lnTo>
                    <a:pt x="1358887" y="4334243"/>
                  </a:lnTo>
                  <a:lnTo>
                    <a:pt x="1387157" y="4372788"/>
                  </a:lnTo>
                  <a:lnTo>
                    <a:pt x="1415834" y="4406049"/>
                  </a:lnTo>
                  <a:lnTo>
                    <a:pt x="1444879" y="4433811"/>
                  </a:lnTo>
                  <a:lnTo>
                    <a:pt x="1489113" y="4464685"/>
                  </a:lnTo>
                  <a:lnTo>
                    <a:pt x="1534083" y="4481893"/>
                  </a:lnTo>
                  <a:lnTo>
                    <a:pt x="1564360" y="4485297"/>
                  </a:lnTo>
                  <a:lnTo>
                    <a:pt x="1623237" y="4484001"/>
                  </a:lnTo>
                  <a:lnTo>
                    <a:pt x="1681492" y="4480166"/>
                  </a:lnTo>
                  <a:lnTo>
                    <a:pt x="1722031" y="4475785"/>
                  </a:lnTo>
                  <a:lnTo>
                    <a:pt x="1738820" y="4473981"/>
                  </a:lnTo>
                  <a:lnTo>
                    <a:pt x="1794764" y="4465612"/>
                  </a:lnTo>
                  <a:lnTo>
                    <a:pt x="1848891" y="4455223"/>
                  </a:lnTo>
                  <a:lnTo>
                    <a:pt x="1900720" y="4442993"/>
                  </a:lnTo>
                  <a:lnTo>
                    <a:pt x="1949818" y="4429074"/>
                  </a:lnTo>
                  <a:lnTo>
                    <a:pt x="1995728" y="4413631"/>
                  </a:lnTo>
                  <a:lnTo>
                    <a:pt x="2037994" y="4396829"/>
                  </a:lnTo>
                  <a:lnTo>
                    <a:pt x="2076259" y="4378782"/>
                  </a:lnTo>
                  <a:lnTo>
                    <a:pt x="2109914" y="4359719"/>
                  </a:lnTo>
                  <a:lnTo>
                    <a:pt x="2151265" y="4329163"/>
                  </a:lnTo>
                  <a:lnTo>
                    <a:pt x="2151557" y="4328846"/>
                  </a:lnTo>
                  <a:lnTo>
                    <a:pt x="2155660" y="4323029"/>
                  </a:lnTo>
                  <a:close/>
                </a:path>
                <a:path w="2189479" h="4485640">
                  <a:moveTo>
                    <a:pt x="2189480" y="4251960"/>
                  </a:moveTo>
                  <a:lnTo>
                    <a:pt x="2120531" y="4302010"/>
                  </a:lnTo>
                  <a:lnTo>
                    <a:pt x="2148560" y="4316565"/>
                  </a:lnTo>
                  <a:lnTo>
                    <a:pt x="2144357" y="4322521"/>
                  </a:lnTo>
                  <a:lnTo>
                    <a:pt x="2144001" y="4323029"/>
                  </a:lnTo>
                  <a:lnTo>
                    <a:pt x="2144471" y="4322521"/>
                  </a:lnTo>
                  <a:lnTo>
                    <a:pt x="2156015" y="4322521"/>
                  </a:lnTo>
                  <a:lnTo>
                    <a:pt x="2156295" y="4322115"/>
                  </a:lnTo>
                  <a:lnTo>
                    <a:pt x="2157082" y="4320997"/>
                  </a:lnTo>
                  <a:lnTo>
                    <a:pt x="2188146" y="4337139"/>
                  </a:lnTo>
                  <a:lnTo>
                    <a:pt x="2188273" y="4329011"/>
                  </a:lnTo>
                  <a:lnTo>
                    <a:pt x="2188400" y="4320997"/>
                  </a:lnTo>
                  <a:lnTo>
                    <a:pt x="2188527" y="4313059"/>
                  </a:lnTo>
                  <a:lnTo>
                    <a:pt x="2188641" y="4305566"/>
                  </a:lnTo>
                  <a:lnTo>
                    <a:pt x="2189480" y="4251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112425" y="6165596"/>
            <a:ext cx="1116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&lt;GO&gt;,I,am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643050" y="3909296"/>
            <a:ext cx="64135" cy="265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0"/>
              </a:lnSpc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499025" y="2792294"/>
            <a:ext cx="1853564" cy="3337560"/>
            <a:chOff x="4499025" y="2792294"/>
            <a:chExt cx="1853564" cy="3337560"/>
          </a:xfrm>
        </p:grpSpPr>
        <p:sp>
          <p:nvSpPr>
            <p:cNvPr id="31" name="object 31" descr=""/>
            <p:cNvSpPr/>
            <p:nvPr/>
          </p:nvSpPr>
          <p:spPr>
            <a:xfrm>
              <a:off x="5626328" y="4202683"/>
              <a:ext cx="77470" cy="1927225"/>
            </a:xfrm>
            <a:custGeom>
              <a:avLst/>
              <a:gdLst/>
              <a:ahLst/>
              <a:cxnLst/>
              <a:rect l="l" t="t" r="r" b="b"/>
              <a:pathLst>
                <a:path w="77470" h="1927225">
                  <a:moveTo>
                    <a:pt x="76200" y="1723669"/>
                  </a:moveTo>
                  <a:lnTo>
                    <a:pt x="69850" y="1710969"/>
                  </a:lnTo>
                  <a:lnTo>
                    <a:pt x="38100" y="1647469"/>
                  </a:lnTo>
                  <a:lnTo>
                    <a:pt x="0" y="1723669"/>
                  </a:lnTo>
                  <a:lnTo>
                    <a:pt x="33337" y="1723669"/>
                  </a:lnTo>
                  <a:lnTo>
                    <a:pt x="33337" y="1927148"/>
                  </a:lnTo>
                  <a:lnTo>
                    <a:pt x="42862" y="1927148"/>
                  </a:lnTo>
                  <a:lnTo>
                    <a:pt x="42862" y="1723669"/>
                  </a:lnTo>
                  <a:lnTo>
                    <a:pt x="76200" y="1723669"/>
                  </a:lnTo>
                  <a:close/>
                </a:path>
                <a:path w="77470" h="1927225">
                  <a:moveTo>
                    <a:pt x="77076" y="76200"/>
                  </a:moveTo>
                  <a:lnTo>
                    <a:pt x="70726" y="63500"/>
                  </a:lnTo>
                  <a:lnTo>
                    <a:pt x="38976" y="0"/>
                  </a:lnTo>
                  <a:lnTo>
                    <a:pt x="876" y="76200"/>
                  </a:lnTo>
                  <a:lnTo>
                    <a:pt x="34213" y="76200"/>
                  </a:lnTo>
                  <a:lnTo>
                    <a:pt x="34213" y="279679"/>
                  </a:lnTo>
                  <a:lnTo>
                    <a:pt x="43738" y="279679"/>
                  </a:lnTo>
                  <a:lnTo>
                    <a:pt x="43738" y="76200"/>
                  </a:lnTo>
                  <a:lnTo>
                    <a:pt x="7707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8682" y="2792294"/>
              <a:ext cx="1023496" cy="305042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511725" y="3685758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4" h="1281429">
                  <a:moveTo>
                    <a:pt x="509353" y="0"/>
                  </a:moveTo>
                  <a:lnTo>
                    <a:pt x="101873" y="0"/>
                  </a:lnTo>
                  <a:lnTo>
                    <a:pt x="62219" y="8005"/>
                  </a:lnTo>
                  <a:lnTo>
                    <a:pt x="29837" y="29837"/>
                  </a:lnTo>
                  <a:lnTo>
                    <a:pt x="8005" y="62218"/>
                  </a:lnTo>
                  <a:lnTo>
                    <a:pt x="0" y="101871"/>
                  </a:lnTo>
                  <a:lnTo>
                    <a:pt x="0" y="1179501"/>
                  </a:lnTo>
                  <a:lnTo>
                    <a:pt x="8005" y="1219154"/>
                  </a:lnTo>
                  <a:lnTo>
                    <a:pt x="29837" y="1251535"/>
                  </a:lnTo>
                  <a:lnTo>
                    <a:pt x="62219" y="1273367"/>
                  </a:lnTo>
                  <a:lnTo>
                    <a:pt x="101873" y="1281372"/>
                  </a:lnTo>
                  <a:lnTo>
                    <a:pt x="509353" y="1281372"/>
                  </a:lnTo>
                  <a:lnTo>
                    <a:pt x="549006" y="1273367"/>
                  </a:lnTo>
                  <a:lnTo>
                    <a:pt x="581388" y="1251535"/>
                  </a:lnTo>
                  <a:lnTo>
                    <a:pt x="603220" y="1219154"/>
                  </a:lnTo>
                  <a:lnTo>
                    <a:pt x="611225" y="1179501"/>
                  </a:lnTo>
                  <a:lnTo>
                    <a:pt x="611225" y="101871"/>
                  </a:lnTo>
                  <a:lnTo>
                    <a:pt x="603220" y="62218"/>
                  </a:lnTo>
                  <a:lnTo>
                    <a:pt x="581388" y="29837"/>
                  </a:lnTo>
                  <a:lnTo>
                    <a:pt x="549006" y="8005"/>
                  </a:lnTo>
                  <a:lnTo>
                    <a:pt x="509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11725" y="3685757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4" h="1281429">
                  <a:moveTo>
                    <a:pt x="101872" y="1281374"/>
                  </a:moveTo>
                  <a:lnTo>
                    <a:pt x="62219" y="1273368"/>
                  </a:lnTo>
                  <a:lnTo>
                    <a:pt x="29837" y="1251536"/>
                  </a:lnTo>
                  <a:lnTo>
                    <a:pt x="8005" y="1219155"/>
                  </a:lnTo>
                  <a:lnTo>
                    <a:pt x="0" y="1179501"/>
                  </a:lnTo>
                  <a:lnTo>
                    <a:pt x="0" y="101872"/>
                  </a:lnTo>
                  <a:lnTo>
                    <a:pt x="8005" y="62218"/>
                  </a:lnTo>
                  <a:lnTo>
                    <a:pt x="29837" y="29837"/>
                  </a:lnTo>
                  <a:lnTo>
                    <a:pt x="62219" y="8005"/>
                  </a:lnTo>
                  <a:lnTo>
                    <a:pt x="101872" y="0"/>
                  </a:lnTo>
                  <a:lnTo>
                    <a:pt x="509353" y="0"/>
                  </a:lnTo>
                  <a:lnTo>
                    <a:pt x="549006" y="8005"/>
                  </a:lnTo>
                  <a:lnTo>
                    <a:pt x="581388" y="29837"/>
                  </a:lnTo>
                  <a:lnTo>
                    <a:pt x="603220" y="62218"/>
                  </a:lnTo>
                  <a:lnTo>
                    <a:pt x="611226" y="101872"/>
                  </a:lnTo>
                  <a:lnTo>
                    <a:pt x="611226" y="1179501"/>
                  </a:lnTo>
                  <a:lnTo>
                    <a:pt x="603220" y="1219155"/>
                  </a:lnTo>
                  <a:lnTo>
                    <a:pt x="581388" y="1251536"/>
                  </a:lnTo>
                  <a:lnTo>
                    <a:pt x="549006" y="1273368"/>
                  </a:lnTo>
                  <a:lnTo>
                    <a:pt x="509353" y="1281374"/>
                  </a:lnTo>
                  <a:lnTo>
                    <a:pt x="101872" y="128137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4543499" y="3740028"/>
            <a:ext cx="175260" cy="11499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40"/>
              </a:lnSpc>
            </a:pPr>
            <a:r>
              <a:rPr dirty="0" sz="1150" b="1">
                <a:latin typeface="Gulim"/>
                <a:cs typeface="Gulim"/>
              </a:rPr>
              <a:t>Encoder</a:t>
            </a:r>
            <a:r>
              <a:rPr dirty="0" sz="1150" spc="254" b="1">
                <a:latin typeface="Gulim"/>
                <a:cs typeface="Gulim"/>
              </a:rPr>
              <a:t> </a:t>
            </a:r>
            <a:r>
              <a:rPr dirty="0" sz="1150" spc="-10" b="1">
                <a:latin typeface="Gulim"/>
                <a:cs typeface="Gulim"/>
              </a:rPr>
              <a:t>Output</a:t>
            </a:r>
            <a:endParaRPr sz="1150">
              <a:latin typeface="Gulim"/>
              <a:cs typeface="Gulim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814943" y="2275051"/>
            <a:ext cx="2827655" cy="4490085"/>
            <a:chOff x="4814943" y="2275051"/>
            <a:chExt cx="2827655" cy="4490085"/>
          </a:xfrm>
        </p:grpSpPr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4943" y="3734187"/>
              <a:ext cx="185915" cy="1169911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2745" y="4282748"/>
              <a:ext cx="205936" cy="7612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626316" y="2275052"/>
              <a:ext cx="2016125" cy="4490085"/>
            </a:xfrm>
            <a:custGeom>
              <a:avLst/>
              <a:gdLst/>
              <a:ahLst/>
              <a:cxnLst/>
              <a:rect l="l" t="t" r="r" b="b"/>
              <a:pathLst>
                <a:path w="2016125" h="4490084">
                  <a:moveTo>
                    <a:pt x="76200" y="284797"/>
                  </a:moveTo>
                  <a:lnTo>
                    <a:pt x="69850" y="272097"/>
                  </a:lnTo>
                  <a:lnTo>
                    <a:pt x="38100" y="208597"/>
                  </a:lnTo>
                  <a:lnTo>
                    <a:pt x="0" y="284797"/>
                  </a:lnTo>
                  <a:lnTo>
                    <a:pt x="33337" y="284797"/>
                  </a:lnTo>
                  <a:lnTo>
                    <a:pt x="33337" y="488276"/>
                  </a:lnTo>
                  <a:lnTo>
                    <a:pt x="42862" y="488276"/>
                  </a:lnTo>
                  <a:lnTo>
                    <a:pt x="42862" y="284797"/>
                  </a:lnTo>
                  <a:lnTo>
                    <a:pt x="76200" y="284797"/>
                  </a:lnTo>
                  <a:close/>
                </a:path>
                <a:path w="2016125" h="4490084">
                  <a:moveTo>
                    <a:pt x="1981822" y="4327449"/>
                  </a:moveTo>
                  <a:lnTo>
                    <a:pt x="1970112" y="4327449"/>
                  </a:lnTo>
                  <a:lnTo>
                    <a:pt x="1969871" y="4327449"/>
                  </a:lnTo>
                  <a:lnTo>
                    <a:pt x="1958924" y="4336504"/>
                  </a:lnTo>
                  <a:lnTo>
                    <a:pt x="1914588" y="4365434"/>
                  </a:lnTo>
                  <a:lnTo>
                    <a:pt x="1878799" y="4383697"/>
                  </a:lnTo>
                  <a:lnTo>
                    <a:pt x="1816976" y="4409059"/>
                  </a:lnTo>
                  <a:lnTo>
                    <a:pt x="1770964" y="4424362"/>
                  </a:lnTo>
                  <a:lnTo>
                    <a:pt x="1721396" y="4438243"/>
                  </a:lnTo>
                  <a:lnTo>
                    <a:pt x="1669630" y="4450334"/>
                  </a:lnTo>
                  <a:lnTo>
                    <a:pt x="1615249" y="4460659"/>
                  </a:lnTo>
                  <a:lnTo>
                    <a:pt x="1559026" y="4468977"/>
                  </a:lnTo>
                  <a:lnTo>
                    <a:pt x="1501406" y="4475124"/>
                  </a:lnTo>
                  <a:lnTo>
                    <a:pt x="1442872" y="4478934"/>
                  </a:lnTo>
                  <a:lnTo>
                    <a:pt x="1384046" y="4480255"/>
                  </a:lnTo>
                  <a:lnTo>
                    <a:pt x="1369733" y="4479493"/>
                  </a:lnTo>
                  <a:lnTo>
                    <a:pt x="1326654" y="4467872"/>
                  </a:lnTo>
                  <a:lnTo>
                    <a:pt x="1283411" y="4442549"/>
                  </a:lnTo>
                  <a:lnTo>
                    <a:pt x="1240307" y="4404042"/>
                  </a:lnTo>
                  <a:lnTo>
                    <a:pt x="1211808" y="4371352"/>
                  </a:lnTo>
                  <a:lnTo>
                    <a:pt x="1183601" y="4333329"/>
                  </a:lnTo>
                  <a:lnTo>
                    <a:pt x="1155712" y="4290098"/>
                  </a:lnTo>
                  <a:lnTo>
                    <a:pt x="1128280" y="4241927"/>
                  </a:lnTo>
                  <a:lnTo>
                    <a:pt x="1101369" y="4189069"/>
                  </a:lnTo>
                  <a:lnTo>
                    <a:pt x="1074991" y="4131627"/>
                  </a:lnTo>
                  <a:lnTo>
                    <a:pt x="1049235" y="4069854"/>
                  </a:lnTo>
                  <a:lnTo>
                    <a:pt x="1024166" y="4003979"/>
                  </a:lnTo>
                  <a:lnTo>
                    <a:pt x="999845" y="3934193"/>
                  </a:lnTo>
                  <a:lnTo>
                    <a:pt x="976337" y="3860711"/>
                  </a:lnTo>
                  <a:lnTo>
                    <a:pt x="953681" y="3783723"/>
                  </a:lnTo>
                  <a:lnTo>
                    <a:pt x="931951" y="3703459"/>
                  </a:lnTo>
                  <a:lnTo>
                    <a:pt x="911199" y="3620109"/>
                  </a:lnTo>
                  <a:lnTo>
                    <a:pt x="891476" y="3533889"/>
                  </a:lnTo>
                  <a:lnTo>
                    <a:pt x="872871" y="3445002"/>
                  </a:lnTo>
                  <a:lnTo>
                    <a:pt x="855408" y="3353638"/>
                  </a:lnTo>
                  <a:lnTo>
                    <a:pt x="839165" y="3260026"/>
                  </a:lnTo>
                  <a:lnTo>
                    <a:pt x="824191" y="3164357"/>
                  </a:lnTo>
                  <a:lnTo>
                    <a:pt x="810552" y="3066846"/>
                  </a:lnTo>
                  <a:lnTo>
                    <a:pt x="798423" y="2968714"/>
                  </a:lnTo>
                  <a:lnTo>
                    <a:pt x="798296" y="2967698"/>
                  </a:lnTo>
                  <a:lnTo>
                    <a:pt x="787590" y="2867977"/>
                  </a:lnTo>
                  <a:lnTo>
                    <a:pt x="787488" y="2867101"/>
                  </a:lnTo>
                  <a:lnTo>
                    <a:pt x="778256" y="2765996"/>
                  </a:lnTo>
                  <a:lnTo>
                    <a:pt x="770483" y="2662999"/>
                  </a:lnTo>
                  <a:lnTo>
                    <a:pt x="764349" y="2559189"/>
                  </a:lnTo>
                  <a:lnTo>
                    <a:pt x="759891" y="2454745"/>
                  </a:lnTo>
                  <a:lnTo>
                    <a:pt x="757174" y="2349893"/>
                  </a:lnTo>
                  <a:lnTo>
                    <a:pt x="756246" y="2244915"/>
                  </a:lnTo>
                  <a:lnTo>
                    <a:pt x="755497" y="2140013"/>
                  </a:lnTo>
                  <a:lnTo>
                    <a:pt x="753287" y="2035314"/>
                  </a:lnTo>
                  <a:lnTo>
                    <a:pt x="749655" y="1931022"/>
                  </a:lnTo>
                  <a:lnTo>
                    <a:pt x="744651" y="1827339"/>
                  </a:lnTo>
                  <a:lnTo>
                    <a:pt x="738327" y="1724482"/>
                  </a:lnTo>
                  <a:lnTo>
                    <a:pt x="730719" y="1622653"/>
                  </a:lnTo>
                  <a:lnTo>
                    <a:pt x="721880" y="1522044"/>
                  </a:lnTo>
                  <a:lnTo>
                    <a:pt x="711860" y="1422882"/>
                  </a:lnTo>
                  <a:lnTo>
                    <a:pt x="711758" y="1421803"/>
                  </a:lnTo>
                  <a:lnTo>
                    <a:pt x="700582" y="1324140"/>
                  </a:lnTo>
                  <a:lnTo>
                    <a:pt x="688301" y="1228331"/>
                  </a:lnTo>
                  <a:lnTo>
                    <a:pt x="674992" y="1134579"/>
                  </a:lnTo>
                  <a:lnTo>
                    <a:pt x="660679" y="1043076"/>
                  </a:lnTo>
                  <a:lnTo>
                    <a:pt x="645426" y="954024"/>
                  </a:lnTo>
                  <a:lnTo>
                    <a:pt x="629259" y="867638"/>
                  </a:lnTo>
                  <a:lnTo>
                    <a:pt x="612254" y="784123"/>
                  </a:lnTo>
                  <a:lnTo>
                    <a:pt x="594423" y="703681"/>
                  </a:lnTo>
                  <a:lnTo>
                    <a:pt x="575843" y="626516"/>
                  </a:lnTo>
                  <a:lnTo>
                    <a:pt x="556539" y="552818"/>
                  </a:lnTo>
                  <a:lnTo>
                    <a:pt x="536575" y="482803"/>
                  </a:lnTo>
                  <a:lnTo>
                    <a:pt x="515988" y="416674"/>
                  </a:lnTo>
                  <a:lnTo>
                    <a:pt x="494817" y="354634"/>
                  </a:lnTo>
                  <a:lnTo>
                    <a:pt x="473125" y="296926"/>
                  </a:lnTo>
                  <a:lnTo>
                    <a:pt x="450938" y="243674"/>
                  </a:lnTo>
                  <a:lnTo>
                    <a:pt x="428294" y="195097"/>
                  </a:lnTo>
                  <a:lnTo>
                    <a:pt x="405244" y="151422"/>
                  </a:lnTo>
                  <a:lnTo>
                    <a:pt x="381825" y="112814"/>
                  </a:lnTo>
                  <a:lnTo>
                    <a:pt x="358025" y="79489"/>
                  </a:lnTo>
                  <a:lnTo>
                    <a:pt x="321691" y="39852"/>
                  </a:lnTo>
                  <a:lnTo>
                    <a:pt x="284505" y="13284"/>
                  </a:lnTo>
                  <a:lnTo>
                    <a:pt x="246507" y="825"/>
                  </a:lnTo>
                  <a:lnTo>
                    <a:pt x="234391" y="0"/>
                  </a:lnTo>
                  <a:lnTo>
                    <a:pt x="233743" y="9512"/>
                  </a:lnTo>
                  <a:lnTo>
                    <a:pt x="245872" y="10325"/>
                  </a:lnTo>
                  <a:lnTo>
                    <a:pt x="257378" y="12674"/>
                  </a:lnTo>
                  <a:lnTo>
                    <a:pt x="292163" y="28829"/>
                  </a:lnTo>
                  <a:lnTo>
                    <a:pt x="327266" y="58496"/>
                  </a:lnTo>
                  <a:lnTo>
                    <a:pt x="362331" y="101180"/>
                  </a:lnTo>
                  <a:lnTo>
                    <a:pt x="385521" y="136550"/>
                  </a:lnTo>
                  <a:lnTo>
                    <a:pt x="408457" y="177203"/>
                  </a:lnTo>
                  <a:lnTo>
                    <a:pt x="431088" y="222910"/>
                  </a:lnTo>
                  <a:lnTo>
                    <a:pt x="453339" y="273469"/>
                  </a:lnTo>
                  <a:lnTo>
                    <a:pt x="485902" y="357987"/>
                  </a:lnTo>
                  <a:lnTo>
                    <a:pt x="506971" y="419760"/>
                  </a:lnTo>
                  <a:lnTo>
                    <a:pt x="527481" y="485635"/>
                  </a:lnTo>
                  <a:lnTo>
                    <a:pt x="547382" y="555434"/>
                  </a:lnTo>
                  <a:lnTo>
                    <a:pt x="566623" y="628929"/>
                  </a:lnTo>
                  <a:lnTo>
                    <a:pt x="585165" y="705916"/>
                  </a:lnTo>
                  <a:lnTo>
                    <a:pt x="602945" y="786193"/>
                  </a:lnTo>
                  <a:lnTo>
                    <a:pt x="619925" y="869543"/>
                  </a:lnTo>
                  <a:lnTo>
                    <a:pt x="636066" y="955776"/>
                  </a:lnTo>
                  <a:lnTo>
                    <a:pt x="651294" y="1044689"/>
                  </a:lnTo>
                  <a:lnTo>
                    <a:pt x="665581" y="1136053"/>
                  </a:lnTo>
                  <a:lnTo>
                    <a:pt x="678878" y="1229677"/>
                  </a:lnTo>
                  <a:lnTo>
                    <a:pt x="691134" y="1325359"/>
                  </a:lnTo>
                  <a:lnTo>
                    <a:pt x="702170" y="1421803"/>
                  </a:lnTo>
                  <a:lnTo>
                    <a:pt x="702297" y="1422882"/>
                  </a:lnTo>
                  <a:lnTo>
                    <a:pt x="712228" y="1521091"/>
                  </a:lnTo>
                  <a:lnTo>
                    <a:pt x="721093" y="1621815"/>
                  </a:lnTo>
                  <a:lnTo>
                    <a:pt x="728726" y="1723771"/>
                  </a:lnTo>
                  <a:lnTo>
                    <a:pt x="735076" y="1826755"/>
                  </a:lnTo>
                  <a:lnTo>
                    <a:pt x="740105" y="1930565"/>
                  </a:lnTo>
                  <a:lnTo>
                    <a:pt x="743750" y="2034984"/>
                  </a:lnTo>
                  <a:lnTo>
                    <a:pt x="745972" y="2139810"/>
                  </a:lnTo>
                  <a:lnTo>
                    <a:pt x="746721" y="2244915"/>
                  </a:lnTo>
                  <a:lnTo>
                    <a:pt x="747649" y="2349893"/>
                  </a:lnTo>
                  <a:lnTo>
                    <a:pt x="750354" y="2454503"/>
                  </a:lnTo>
                  <a:lnTo>
                    <a:pt x="754786" y="2558783"/>
                  </a:lnTo>
                  <a:lnTo>
                    <a:pt x="760907" y="2662440"/>
                  </a:lnTo>
                  <a:lnTo>
                    <a:pt x="768642" y="2765285"/>
                  </a:lnTo>
                  <a:lnTo>
                    <a:pt x="777925" y="2867101"/>
                  </a:lnTo>
                  <a:lnTo>
                    <a:pt x="778002" y="2867977"/>
                  </a:lnTo>
                  <a:lnTo>
                    <a:pt x="788720" y="2967698"/>
                  </a:lnTo>
                  <a:lnTo>
                    <a:pt x="801103" y="3068015"/>
                  </a:lnTo>
                  <a:lnTo>
                    <a:pt x="814768" y="3165678"/>
                  </a:lnTo>
                  <a:lnTo>
                    <a:pt x="829754" y="3261499"/>
                  </a:lnTo>
                  <a:lnTo>
                    <a:pt x="846023" y="3355263"/>
                  </a:lnTo>
                  <a:lnTo>
                    <a:pt x="863511" y="3446780"/>
                  </a:lnTo>
                  <a:lnTo>
                    <a:pt x="882154" y="3535845"/>
                  </a:lnTo>
                  <a:lnTo>
                    <a:pt x="901915" y="3622230"/>
                  </a:lnTo>
                  <a:lnTo>
                    <a:pt x="922705" y="3705758"/>
                  </a:lnTo>
                  <a:lnTo>
                    <a:pt x="944486" y="3786213"/>
                  </a:lnTo>
                  <a:lnTo>
                    <a:pt x="967193" y="3863390"/>
                  </a:lnTo>
                  <a:lnTo>
                    <a:pt x="990777" y="3937101"/>
                  </a:lnTo>
                  <a:lnTo>
                    <a:pt x="1015174" y="4007116"/>
                  </a:lnTo>
                  <a:lnTo>
                    <a:pt x="1040333" y="4073245"/>
                  </a:lnTo>
                  <a:lnTo>
                    <a:pt x="1066203" y="4135285"/>
                  </a:lnTo>
                  <a:lnTo>
                    <a:pt x="1092708" y="4193032"/>
                  </a:lnTo>
                  <a:lnTo>
                    <a:pt x="1119847" y="4246346"/>
                  </a:lnTo>
                  <a:lnTo>
                    <a:pt x="1147508" y="4294911"/>
                  </a:lnTo>
                  <a:lnTo>
                    <a:pt x="1175651" y="4338586"/>
                  </a:lnTo>
                  <a:lnTo>
                    <a:pt x="1204264" y="4377169"/>
                  </a:lnTo>
                  <a:lnTo>
                    <a:pt x="1233271" y="4410456"/>
                  </a:lnTo>
                  <a:lnTo>
                    <a:pt x="1262672" y="4438243"/>
                  </a:lnTo>
                  <a:lnTo>
                    <a:pt x="1307426" y="4469142"/>
                  </a:lnTo>
                  <a:lnTo>
                    <a:pt x="1352905" y="4486364"/>
                  </a:lnTo>
                  <a:lnTo>
                    <a:pt x="1383512" y="4489767"/>
                  </a:lnTo>
                  <a:lnTo>
                    <a:pt x="1443088" y="4488459"/>
                  </a:lnTo>
                  <a:lnTo>
                    <a:pt x="1502029" y="4484636"/>
                  </a:lnTo>
                  <a:lnTo>
                    <a:pt x="1543050" y="4480255"/>
                  </a:lnTo>
                  <a:lnTo>
                    <a:pt x="1560029" y="4478452"/>
                  </a:lnTo>
                  <a:lnTo>
                    <a:pt x="1616646" y="4470082"/>
                  </a:lnTo>
                  <a:lnTo>
                    <a:pt x="1671408" y="4459694"/>
                  </a:lnTo>
                  <a:lnTo>
                    <a:pt x="1723847" y="4447451"/>
                  </a:lnTo>
                  <a:lnTo>
                    <a:pt x="1773529" y="4433532"/>
                  </a:lnTo>
                  <a:lnTo>
                    <a:pt x="1819986" y="4418088"/>
                  </a:lnTo>
                  <a:lnTo>
                    <a:pt x="1862747" y="4401286"/>
                  </a:lnTo>
                  <a:lnTo>
                    <a:pt x="1901456" y="4383252"/>
                  </a:lnTo>
                  <a:lnTo>
                    <a:pt x="1935505" y="4364177"/>
                  </a:lnTo>
                  <a:lnTo>
                    <a:pt x="1977339" y="4333633"/>
                  </a:lnTo>
                  <a:lnTo>
                    <a:pt x="1977631" y="4333329"/>
                  </a:lnTo>
                  <a:lnTo>
                    <a:pt x="1981822" y="4327449"/>
                  </a:lnTo>
                  <a:close/>
                </a:path>
                <a:path w="2016125" h="4490084">
                  <a:moveTo>
                    <a:pt x="2016061" y="4256405"/>
                  </a:moveTo>
                  <a:lnTo>
                    <a:pt x="1946922" y="4306176"/>
                  </a:lnTo>
                  <a:lnTo>
                    <a:pt x="1974850" y="4320832"/>
                  </a:lnTo>
                  <a:lnTo>
                    <a:pt x="1970481" y="4326941"/>
                  </a:lnTo>
                  <a:lnTo>
                    <a:pt x="1970112" y="4327449"/>
                  </a:lnTo>
                  <a:lnTo>
                    <a:pt x="1970582" y="4326941"/>
                  </a:lnTo>
                  <a:lnTo>
                    <a:pt x="1982190" y="4326941"/>
                  </a:lnTo>
                  <a:lnTo>
                    <a:pt x="1982470" y="4326547"/>
                  </a:lnTo>
                  <a:lnTo>
                    <a:pt x="1983371" y="4325302"/>
                  </a:lnTo>
                  <a:lnTo>
                    <a:pt x="2014410" y="4341584"/>
                  </a:lnTo>
                  <a:lnTo>
                    <a:pt x="2014499" y="4336504"/>
                  </a:lnTo>
                  <a:lnTo>
                    <a:pt x="2014562" y="4333329"/>
                  </a:lnTo>
                  <a:lnTo>
                    <a:pt x="2014689" y="4326941"/>
                  </a:lnTo>
                  <a:lnTo>
                    <a:pt x="2014804" y="4320832"/>
                  </a:lnTo>
                  <a:lnTo>
                    <a:pt x="2014918" y="4315409"/>
                  </a:lnTo>
                  <a:lnTo>
                    <a:pt x="2015020" y="4309859"/>
                  </a:lnTo>
                  <a:lnTo>
                    <a:pt x="2016061" y="4256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471910" y="2114803"/>
            <a:ext cx="4306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1830" algn="l"/>
                <a:tab pos="4173220" algn="l"/>
              </a:tabLst>
            </a:pPr>
            <a:r>
              <a:rPr dirty="0" baseline="4629" sz="2700" spc="-75">
                <a:latin typeface="Trebuchet MS"/>
                <a:cs typeface="Trebuchet MS"/>
              </a:rPr>
              <a:t>I</a:t>
            </a:r>
            <a:r>
              <a:rPr dirty="0" baseline="4629" sz="2700">
                <a:latin typeface="Trebuchet MS"/>
                <a:cs typeface="Trebuchet MS"/>
              </a:rPr>
              <a:t>	</a:t>
            </a:r>
            <a:r>
              <a:rPr dirty="0" baseline="3086" sz="2700" spc="-37">
                <a:latin typeface="Trebuchet MS"/>
                <a:cs typeface="Trebuchet MS"/>
              </a:rPr>
              <a:t>am</a:t>
            </a:r>
            <a:r>
              <a:rPr dirty="0" baseline="3086" sz="2700">
                <a:latin typeface="Trebuchet MS"/>
                <a:cs typeface="Trebuchet MS"/>
              </a:rPr>
              <a:t>	</a:t>
            </a:r>
            <a:r>
              <a:rPr dirty="0" sz="1800" spc="-5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973968" y="6183883"/>
            <a:ext cx="1322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&lt;GO&gt;,I,am,a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620342" y="3924536"/>
            <a:ext cx="64135" cy="265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0"/>
              </a:lnSpc>
            </a:pPr>
            <a:r>
              <a:rPr dirty="0" sz="1800" spc="-5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476317" y="2808446"/>
            <a:ext cx="1853564" cy="3337560"/>
            <a:chOff x="6476317" y="2808446"/>
            <a:chExt cx="1853564" cy="3337560"/>
          </a:xfrm>
        </p:grpSpPr>
        <p:sp>
          <p:nvSpPr>
            <p:cNvPr id="44" name="object 44" descr=""/>
            <p:cNvSpPr/>
            <p:nvPr/>
          </p:nvSpPr>
          <p:spPr>
            <a:xfrm>
              <a:off x="7603617" y="4218838"/>
              <a:ext cx="77470" cy="1927225"/>
            </a:xfrm>
            <a:custGeom>
              <a:avLst/>
              <a:gdLst/>
              <a:ahLst/>
              <a:cxnLst/>
              <a:rect l="l" t="t" r="r" b="b"/>
              <a:pathLst>
                <a:path w="77470" h="1927225">
                  <a:moveTo>
                    <a:pt x="76200" y="1723669"/>
                  </a:moveTo>
                  <a:lnTo>
                    <a:pt x="69850" y="1710969"/>
                  </a:lnTo>
                  <a:lnTo>
                    <a:pt x="38100" y="1647469"/>
                  </a:lnTo>
                  <a:lnTo>
                    <a:pt x="0" y="1723669"/>
                  </a:lnTo>
                  <a:lnTo>
                    <a:pt x="33337" y="1723669"/>
                  </a:lnTo>
                  <a:lnTo>
                    <a:pt x="33337" y="1927148"/>
                  </a:lnTo>
                  <a:lnTo>
                    <a:pt x="42862" y="1927148"/>
                  </a:lnTo>
                  <a:lnTo>
                    <a:pt x="42862" y="1723669"/>
                  </a:lnTo>
                  <a:lnTo>
                    <a:pt x="76200" y="1723669"/>
                  </a:lnTo>
                  <a:close/>
                </a:path>
                <a:path w="77470" h="1927225">
                  <a:moveTo>
                    <a:pt x="77076" y="76200"/>
                  </a:moveTo>
                  <a:lnTo>
                    <a:pt x="70726" y="63500"/>
                  </a:lnTo>
                  <a:lnTo>
                    <a:pt x="38976" y="0"/>
                  </a:lnTo>
                  <a:lnTo>
                    <a:pt x="876" y="76200"/>
                  </a:lnTo>
                  <a:lnTo>
                    <a:pt x="34213" y="76200"/>
                  </a:lnTo>
                  <a:lnTo>
                    <a:pt x="34213" y="279679"/>
                  </a:lnTo>
                  <a:lnTo>
                    <a:pt x="43738" y="279679"/>
                  </a:lnTo>
                  <a:lnTo>
                    <a:pt x="43738" y="76200"/>
                  </a:lnTo>
                  <a:lnTo>
                    <a:pt x="7707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5974" y="2808446"/>
              <a:ext cx="1023496" cy="305042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489017" y="3701910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4" h="1281429">
                  <a:moveTo>
                    <a:pt x="509353" y="0"/>
                  </a:moveTo>
                  <a:lnTo>
                    <a:pt x="101871" y="0"/>
                  </a:lnTo>
                  <a:lnTo>
                    <a:pt x="62218" y="8005"/>
                  </a:lnTo>
                  <a:lnTo>
                    <a:pt x="29837" y="29837"/>
                  </a:lnTo>
                  <a:lnTo>
                    <a:pt x="8005" y="62218"/>
                  </a:lnTo>
                  <a:lnTo>
                    <a:pt x="0" y="101871"/>
                  </a:lnTo>
                  <a:lnTo>
                    <a:pt x="0" y="1179501"/>
                  </a:lnTo>
                  <a:lnTo>
                    <a:pt x="8005" y="1219154"/>
                  </a:lnTo>
                  <a:lnTo>
                    <a:pt x="29837" y="1251535"/>
                  </a:lnTo>
                  <a:lnTo>
                    <a:pt x="62218" y="1273368"/>
                  </a:lnTo>
                  <a:lnTo>
                    <a:pt x="101871" y="1281374"/>
                  </a:lnTo>
                  <a:lnTo>
                    <a:pt x="509353" y="1281374"/>
                  </a:lnTo>
                  <a:lnTo>
                    <a:pt x="549006" y="1273368"/>
                  </a:lnTo>
                  <a:lnTo>
                    <a:pt x="581388" y="1251535"/>
                  </a:lnTo>
                  <a:lnTo>
                    <a:pt x="603220" y="1219154"/>
                  </a:lnTo>
                  <a:lnTo>
                    <a:pt x="611225" y="1179501"/>
                  </a:lnTo>
                  <a:lnTo>
                    <a:pt x="611225" y="101871"/>
                  </a:lnTo>
                  <a:lnTo>
                    <a:pt x="603220" y="62218"/>
                  </a:lnTo>
                  <a:lnTo>
                    <a:pt x="581388" y="29837"/>
                  </a:lnTo>
                  <a:lnTo>
                    <a:pt x="549006" y="8005"/>
                  </a:lnTo>
                  <a:lnTo>
                    <a:pt x="509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489017" y="3701910"/>
              <a:ext cx="611505" cy="1281430"/>
            </a:xfrm>
            <a:custGeom>
              <a:avLst/>
              <a:gdLst/>
              <a:ahLst/>
              <a:cxnLst/>
              <a:rect l="l" t="t" r="r" b="b"/>
              <a:pathLst>
                <a:path w="611504" h="1281429">
                  <a:moveTo>
                    <a:pt x="101872" y="1281374"/>
                  </a:moveTo>
                  <a:lnTo>
                    <a:pt x="62219" y="1273368"/>
                  </a:lnTo>
                  <a:lnTo>
                    <a:pt x="29837" y="1251536"/>
                  </a:lnTo>
                  <a:lnTo>
                    <a:pt x="8005" y="1219155"/>
                  </a:lnTo>
                  <a:lnTo>
                    <a:pt x="0" y="1179501"/>
                  </a:lnTo>
                  <a:lnTo>
                    <a:pt x="0" y="101872"/>
                  </a:lnTo>
                  <a:lnTo>
                    <a:pt x="8005" y="62218"/>
                  </a:lnTo>
                  <a:lnTo>
                    <a:pt x="29837" y="29837"/>
                  </a:lnTo>
                  <a:lnTo>
                    <a:pt x="62219" y="8005"/>
                  </a:lnTo>
                  <a:lnTo>
                    <a:pt x="101872" y="0"/>
                  </a:lnTo>
                  <a:lnTo>
                    <a:pt x="509353" y="0"/>
                  </a:lnTo>
                  <a:lnTo>
                    <a:pt x="549006" y="8005"/>
                  </a:lnTo>
                  <a:lnTo>
                    <a:pt x="581388" y="29837"/>
                  </a:lnTo>
                  <a:lnTo>
                    <a:pt x="603220" y="62218"/>
                  </a:lnTo>
                  <a:lnTo>
                    <a:pt x="611226" y="101872"/>
                  </a:lnTo>
                  <a:lnTo>
                    <a:pt x="611226" y="1179501"/>
                  </a:lnTo>
                  <a:lnTo>
                    <a:pt x="603220" y="1219155"/>
                  </a:lnTo>
                  <a:lnTo>
                    <a:pt x="581388" y="1251536"/>
                  </a:lnTo>
                  <a:lnTo>
                    <a:pt x="549006" y="1273368"/>
                  </a:lnTo>
                  <a:lnTo>
                    <a:pt x="509353" y="1281374"/>
                  </a:lnTo>
                  <a:lnTo>
                    <a:pt x="101872" y="1281374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6520787" y="3755268"/>
            <a:ext cx="175260" cy="11499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40"/>
              </a:lnSpc>
            </a:pPr>
            <a:r>
              <a:rPr dirty="0" sz="1150" b="1">
                <a:latin typeface="Gulim"/>
                <a:cs typeface="Gulim"/>
              </a:rPr>
              <a:t>Encoder</a:t>
            </a:r>
            <a:r>
              <a:rPr dirty="0" sz="1150" spc="254" b="1">
                <a:latin typeface="Gulim"/>
                <a:cs typeface="Gulim"/>
              </a:rPr>
              <a:t> </a:t>
            </a:r>
            <a:r>
              <a:rPr dirty="0" sz="1150" spc="-10" b="1">
                <a:latin typeface="Gulim"/>
                <a:cs typeface="Gulim"/>
              </a:rPr>
              <a:t>Output</a:t>
            </a:r>
            <a:endParaRPr sz="1150">
              <a:latin typeface="Gulim"/>
              <a:cs typeface="Gulim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792235" y="2499799"/>
            <a:ext cx="887730" cy="2420620"/>
            <a:chOff x="6792235" y="2499799"/>
            <a:chExt cx="887730" cy="2420620"/>
          </a:xfrm>
        </p:grpSpPr>
        <p:pic>
          <p:nvPicPr>
            <p:cNvPr id="50" name="object 5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2235" y="3750339"/>
              <a:ext cx="185915" cy="116991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0036" y="4298900"/>
              <a:ext cx="205938" cy="76128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603618" y="2499799"/>
              <a:ext cx="76200" cy="280035"/>
            </a:xfrm>
            <a:custGeom>
              <a:avLst/>
              <a:gdLst/>
              <a:ahLst/>
              <a:cxnLst/>
              <a:rect l="l" t="t" r="r" b="b"/>
              <a:pathLst>
                <a:path w="76200" h="280035">
                  <a:moveTo>
                    <a:pt x="42862" y="63500"/>
                  </a:moveTo>
                  <a:lnTo>
                    <a:pt x="33337" y="63500"/>
                  </a:lnTo>
                  <a:lnTo>
                    <a:pt x="33338" y="279681"/>
                  </a:lnTo>
                  <a:lnTo>
                    <a:pt x="42863" y="279681"/>
                  </a:lnTo>
                  <a:lnTo>
                    <a:pt x="42862" y="63500"/>
                  </a:lnTo>
                  <a:close/>
                </a:path>
                <a:path w="76200" h="280035">
                  <a:moveTo>
                    <a:pt x="38100" y="0"/>
                  </a:moveTo>
                  <a:lnTo>
                    <a:pt x="0" y="76200"/>
                  </a:lnTo>
                  <a:lnTo>
                    <a:pt x="33337" y="76200"/>
                  </a:lnTo>
                  <a:lnTo>
                    <a:pt x="33337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80035">
                  <a:moveTo>
                    <a:pt x="69850" y="63500"/>
                  </a:moveTo>
                  <a:lnTo>
                    <a:pt x="42862" y="63500"/>
                  </a:lnTo>
                  <a:lnTo>
                    <a:pt x="4286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447879" y="2133091"/>
            <a:ext cx="387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boy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20"/>
              <a:t> </a:t>
            </a:r>
            <a:r>
              <a:rPr dirty="0" spc="-20"/>
              <a:t>self-</a:t>
            </a:r>
            <a:r>
              <a:rPr dirty="0" spc="-10"/>
              <a:t>attention?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247129" y="779779"/>
            <a:ext cx="6908165" cy="315214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Segoe UI Symbol"/>
              <a:buChar char="☐"/>
              <a:tabLst>
                <a:tab pos="355600" algn="l"/>
              </a:tabLst>
            </a:pPr>
            <a:r>
              <a:rPr dirty="0" sz="2400">
                <a:latin typeface="Trebuchet MS"/>
                <a:cs typeface="Trebuchet MS"/>
              </a:rPr>
              <a:t>Three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desiderata</a:t>
            </a:r>
            <a:endParaRPr sz="2400">
              <a:latin typeface="Trebuchet MS"/>
              <a:cs typeface="Trebuchet MS"/>
            </a:endParaRPr>
          </a:p>
          <a:p>
            <a:pPr lvl="1" marL="926465" indent="-45656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926465" algn="l"/>
              </a:tabLst>
            </a:pPr>
            <a:r>
              <a:rPr dirty="0" sz="2000">
                <a:latin typeface="Trebuchet MS"/>
                <a:cs typeface="Trebuchet MS"/>
              </a:rPr>
              <a:t>Total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computational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complexity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per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layer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Trebuchet MS"/>
              <a:buAutoNum type="arabicPeriod"/>
            </a:pPr>
            <a:endParaRPr sz="2000">
              <a:latin typeface="Trebuchet MS"/>
              <a:cs typeface="Trebuchet MS"/>
            </a:endParaRPr>
          </a:p>
          <a:p>
            <a:pPr lvl="1" marL="927100" marR="5080" indent="-4572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amount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computation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that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can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parallelized </a:t>
            </a:r>
            <a:r>
              <a:rPr dirty="0" sz="2000">
                <a:latin typeface="Trebuchet MS"/>
                <a:cs typeface="Trebuchet MS"/>
              </a:rPr>
              <a:t>(the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minimum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number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sequential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operations)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5"/>
              </a:spcBef>
              <a:buFont typeface="Trebuchet MS"/>
              <a:buAutoNum type="arabicPeriod"/>
            </a:pPr>
            <a:endParaRPr sz="2000">
              <a:latin typeface="Trebuchet MS"/>
              <a:cs typeface="Trebuchet MS"/>
            </a:endParaRPr>
          </a:p>
          <a:p>
            <a:pPr lvl="1" marL="927100" marR="197485" indent="-4572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path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length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between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long-</a:t>
            </a:r>
            <a:r>
              <a:rPr dirty="0" sz="2000">
                <a:latin typeface="Trebuchet MS"/>
                <a:cs typeface="Trebuchet MS"/>
              </a:rPr>
              <a:t>range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dependencies </a:t>
            </a:r>
            <a:r>
              <a:rPr dirty="0" sz="2000">
                <a:latin typeface="Trebuchet MS"/>
                <a:cs typeface="Trebuchet MS"/>
              </a:rPr>
              <a:t>(distance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between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any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two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positions)</a:t>
            </a:r>
            <a:endParaRPr sz="2000">
              <a:latin typeface="Trebuchet MS"/>
              <a:cs typeface="Trebuchet MS"/>
            </a:endParaRPr>
          </a:p>
          <a:p>
            <a:pPr lvl="2" marL="1326515" indent="-4565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326515" algn="l"/>
              </a:tabLst>
            </a:pPr>
            <a:r>
              <a:rPr dirty="0" sz="2000">
                <a:latin typeface="Trebuchet MS"/>
                <a:cs typeface="Trebuchet MS"/>
              </a:rPr>
              <a:t>Key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factor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compute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dependencies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20"/>
              <a:t> </a:t>
            </a:r>
            <a:r>
              <a:rPr dirty="0" spc="-20"/>
              <a:t>self-</a:t>
            </a:r>
            <a:r>
              <a:rPr dirty="0" spc="-10"/>
              <a:t>attention?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8" y="942899"/>
            <a:ext cx="8899921" cy="17680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617" y="2853852"/>
            <a:ext cx="5604256" cy="1135888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80915" y="5201112"/>
          <a:ext cx="868680" cy="798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715"/>
                <a:gridCol w="259715"/>
                <a:gridCol w="259714"/>
              </a:tblGrid>
              <a:tr h="266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49740" y="5281676"/>
            <a:ext cx="1778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algun Gothic"/>
                <a:cs typeface="Malgun Gothic"/>
              </a:rPr>
              <a:t>나는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0263" y="5549900"/>
            <a:ext cx="182880" cy="38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algun Gothic"/>
                <a:cs typeface="Malgun Gothic"/>
              </a:rPr>
              <a:t>소년</a:t>
            </a:r>
            <a:endParaRPr sz="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600">
              <a:latin typeface="Malgun Gothic"/>
              <a:cs typeface="Malgun Gothic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dirty="0" sz="600" spc="-25">
                <a:latin typeface="Malgun Gothic"/>
                <a:cs typeface="Malgun Gothic"/>
              </a:rPr>
              <a:t>이다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 rot="19500000">
            <a:off x="1147970" y="5008272"/>
            <a:ext cx="171525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25">
                <a:latin typeface="Malgun Gothic"/>
                <a:cs typeface="Malgun Gothic"/>
              </a:rPr>
              <a:t>나는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 rot="19500000">
            <a:off x="1421761" y="5014367"/>
            <a:ext cx="171525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25">
                <a:latin typeface="Malgun Gothic"/>
                <a:cs typeface="Malgun Gothic"/>
              </a:rPr>
              <a:t>소년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 rot="19500000">
            <a:off x="1681501" y="5017416"/>
            <a:ext cx="171525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25">
                <a:latin typeface="Malgun Gothic"/>
                <a:cs typeface="Malgun Gothic"/>
              </a:rPr>
              <a:t>이다</a:t>
            </a:r>
            <a:endParaRPr sz="600">
              <a:latin typeface="Malgun Gothic"/>
              <a:cs typeface="Malgun Gothic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185" y="4308762"/>
            <a:ext cx="1017598" cy="486269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034610" y="4875692"/>
            <a:ext cx="273050" cy="835660"/>
            <a:chOff x="3034610" y="4875692"/>
            <a:chExt cx="273050" cy="835660"/>
          </a:xfrm>
        </p:grpSpPr>
        <p:sp>
          <p:nvSpPr>
            <p:cNvPr id="13" name="object 13" descr=""/>
            <p:cNvSpPr/>
            <p:nvPr/>
          </p:nvSpPr>
          <p:spPr>
            <a:xfrm>
              <a:off x="3040951" y="4882045"/>
              <a:ext cx="260350" cy="822960"/>
            </a:xfrm>
            <a:custGeom>
              <a:avLst/>
              <a:gdLst/>
              <a:ahLst/>
              <a:cxnLst/>
              <a:rect l="l" t="t" r="r" b="b"/>
              <a:pathLst>
                <a:path w="260350" h="822960">
                  <a:moveTo>
                    <a:pt x="260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0" y="548640"/>
                  </a:lnTo>
                  <a:lnTo>
                    <a:pt x="0" y="822960"/>
                  </a:lnTo>
                  <a:lnTo>
                    <a:pt x="260096" y="822960"/>
                  </a:lnTo>
                  <a:lnTo>
                    <a:pt x="260096" y="548640"/>
                  </a:lnTo>
                  <a:lnTo>
                    <a:pt x="260096" y="274320"/>
                  </a:lnTo>
                  <a:lnTo>
                    <a:pt x="260096" y="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34601" y="5150015"/>
              <a:ext cx="273050" cy="287020"/>
            </a:xfrm>
            <a:custGeom>
              <a:avLst/>
              <a:gdLst/>
              <a:ahLst/>
              <a:cxnLst/>
              <a:rect l="l" t="t" r="r" b="b"/>
              <a:pathLst>
                <a:path w="273050" h="287020">
                  <a:moveTo>
                    <a:pt x="272796" y="274320"/>
                  </a:moveTo>
                  <a:lnTo>
                    <a:pt x="0" y="274320"/>
                  </a:lnTo>
                  <a:lnTo>
                    <a:pt x="0" y="287020"/>
                  </a:lnTo>
                  <a:lnTo>
                    <a:pt x="272796" y="287020"/>
                  </a:lnTo>
                  <a:lnTo>
                    <a:pt x="272796" y="274320"/>
                  </a:lnTo>
                  <a:close/>
                </a:path>
                <a:path w="273050" h="287020">
                  <a:moveTo>
                    <a:pt x="27279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72796" y="12700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34610" y="4875692"/>
              <a:ext cx="273050" cy="835660"/>
            </a:xfrm>
            <a:custGeom>
              <a:avLst/>
              <a:gdLst/>
              <a:ahLst/>
              <a:cxnLst/>
              <a:rect l="l" t="t" r="r" b="b"/>
              <a:pathLst>
                <a:path w="273050" h="835660">
                  <a:moveTo>
                    <a:pt x="6350" y="0"/>
                  </a:moveTo>
                  <a:lnTo>
                    <a:pt x="6350" y="835660"/>
                  </a:lnTo>
                </a:path>
                <a:path w="273050" h="835660">
                  <a:moveTo>
                    <a:pt x="266446" y="0"/>
                  </a:moveTo>
                  <a:lnTo>
                    <a:pt x="266446" y="835660"/>
                  </a:lnTo>
                </a:path>
                <a:path w="273050" h="835660">
                  <a:moveTo>
                    <a:pt x="0" y="6350"/>
                  </a:moveTo>
                  <a:lnTo>
                    <a:pt x="272796" y="6350"/>
                  </a:lnTo>
                </a:path>
                <a:path w="273050" h="835660">
                  <a:moveTo>
                    <a:pt x="0" y="829310"/>
                  </a:moveTo>
                  <a:lnTo>
                    <a:pt x="272796" y="82931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65285" y="4714747"/>
            <a:ext cx="1778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algun Gothic"/>
                <a:cs typeface="Malgun Gothic"/>
              </a:rPr>
              <a:t>나는</a:t>
            </a:r>
            <a:endParaRPr sz="600">
              <a:latin typeface="Malgun Gothic"/>
              <a:cs typeface="Malgun Gothic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3620877" y="4893778"/>
          <a:ext cx="868680" cy="77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715"/>
                <a:gridCol w="259715"/>
                <a:gridCol w="259714"/>
              </a:tblGrid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69B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3641787" y="4608576"/>
            <a:ext cx="7480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rebuchet MS"/>
                <a:cs typeface="Trebuchet MS"/>
              </a:rPr>
              <a:t>RNN</a:t>
            </a:r>
            <a:r>
              <a:rPr dirty="0" sz="1100" spc="-20">
                <a:latin typeface="Trebuchet MS"/>
                <a:cs typeface="Trebuchet MS"/>
              </a:rPr>
              <a:t> </a:t>
            </a:r>
            <a:r>
              <a:rPr dirty="0" sz="1100" spc="-10">
                <a:latin typeface="Trebuchet MS"/>
                <a:cs typeface="Trebuchet MS"/>
              </a:rPr>
              <a:t>weight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792041" y="4890099"/>
            <a:ext cx="273050" cy="835660"/>
            <a:chOff x="4792041" y="4890099"/>
            <a:chExt cx="273050" cy="835660"/>
          </a:xfrm>
        </p:grpSpPr>
        <p:sp>
          <p:nvSpPr>
            <p:cNvPr id="20" name="object 20" descr=""/>
            <p:cNvSpPr/>
            <p:nvPr/>
          </p:nvSpPr>
          <p:spPr>
            <a:xfrm>
              <a:off x="4798390" y="4896459"/>
              <a:ext cx="260350" cy="822960"/>
            </a:xfrm>
            <a:custGeom>
              <a:avLst/>
              <a:gdLst/>
              <a:ahLst/>
              <a:cxnLst/>
              <a:rect l="l" t="t" r="r" b="b"/>
              <a:pathLst>
                <a:path w="260350" h="822960">
                  <a:moveTo>
                    <a:pt x="260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0" y="548640"/>
                  </a:lnTo>
                  <a:lnTo>
                    <a:pt x="0" y="822960"/>
                  </a:lnTo>
                  <a:lnTo>
                    <a:pt x="260096" y="822960"/>
                  </a:lnTo>
                  <a:lnTo>
                    <a:pt x="260096" y="548640"/>
                  </a:lnTo>
                  <a:lnTo>
                    <a:pt x="260096" y="274320"/>
                  </a:lnTo>
                  <a:lnTo>
                    <a:pt x="260096" y="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792040" y="5164429"/>
              <a:ext cx="273050" cy="287020"/>
            </a:xfrm>
            <a:custGeom>
              <a:avLst/>
              <a:gdLst/>
              <a:ahLst/>
              <a:cxnLst/>
              <a:rect l="l" t="t" r="r" b="b"/>
              <a:pathLst>
                <a:path w="273050" h="287020">
                  <a:moveTo>
                    <a:pt x="272796" y="274320"/>
                  </a:moveTo>
                  <a:lnTo>
                    <a:pt x="0" y="274320"/>
                  </a:lnTo>
                  <a:lnTo>
                    <a:pt x="0" y="287020"/>
                  </a:lnTo>
                  <a:lnTo>
                    <a:pt x="272796" y="287020"/>
                  </a:lnTo>
                  <a:lnTo>
                    <a:pt x="272796" y="274320"/>
                  </a:lnTo>
                  <a:close/>
                </a:path>
                <a:path w="273050" h="287020">
                  <a:moveTo>
                    <a:pt x="27279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72796" y="12700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792041" y="4890099"/>
              <a:ext cx="273050" cy="835660"/>
            </a:xfrm>
            <a:custGeom>
              <a:avLst/>
              <a:gdLst/>
              <a:ahLst/>
              <a:cxnLst/>
              <a:rect l="l" t="t" r="r" b="b"/>
              <a:pathLst>
                <a:path w="273050" h="835660">
                  <a:moveTo>
                    <a:pt x="6350" y="0"/>
                  </a:moveTo>
                  <a:lnTo>
                    <a:pt x="6350" y="835660"/>
                  </a:lnTo>
                </a:path>
                <a:path w="273050" h="835660">
                  <a:moveTo>
                    <a:pt x="266446" y="0"/>
                  </a:moveTo>
                  <a:lnTo>
                    <a:pt x="266446" y="835660"/>
                  </a:lnTo>
                </a:path>
                <a:path w="273050" h="835660">
                  <a:moveTo>
                    <a:pt x="0" y="6350"/>
                  </a:moveTo>
                  <a:lnTo>
                    <a:pt x="272796" y="6350"/>
                  </a:lnTo>
                </a:path>
                <a:path w="273050" h="835660">
                  <a:moveTo>
                    <a:pt x="0" y="829310"/>
                  </a:moveTo>
                  <a:lnTo>
                    <a:pt x="272796" y="82931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4837902" y="4736083"/>
            <a:ext cx="1778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algun Gothic"/>
                <a:cs typeface="Malgun Gothic"/>
              </a:rPr>
              <a:t>소년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31540" y="5175503"/>
            <a:ext cx="958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77853" y="4405981"/>
            <a:ext cx="437939" cy="197589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566659" y="5196840"/>
            <a:ext cx="1625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Wingdings"/>
                <a:cs typeface="Wingdings"/>
              </a:rPr>
              <a:t>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2807610" y="5278273"/>
            <a:ext cx="2491105" cy="660400"/>
          </a:xfrm>
          <a:custGeom>
            <a:avLst/>
            <a:gdLst/>
            <a:ahLst/>
            <a:cxnLst/>
            <a:rect l="l" t="t" r="r" b="b"/>
            <a:pathLst>
              <a:path w="2491104" h="660400">
                <a:moveTo>
                  <a:pt x="159269" y="33405"/>
                </a:moveTo>
                <a:lnTo>
                  <a:pt x="126485" y="53714"/>
                </a:lnTo>
                <a:lnTo>
                  <a:pt x="89135" y="90815"/>
                </a:lnTo>
                <a:lnTo>
                  <a:pt x="56639" y="136357"/>
                </a:lnTo>
                <a:lnTo>
                  <a:pt x="30281" y="188483"/>
                </a:lnTo>
                <a:lnTo>
                  <a:pt x="11383" y="245351"/>
                </a:lnTo>
                <a:lnTo>
                  <a:pt x="1294" y="305116"/>
                </a:lnTo>
                <a:lnTo>
                  <a:pt x="0" y="334722"/>
                </a:lnTo>
                <a:lnTo>
                  <a:pt x="13" y="335856"/>
                </a:lnTo>
                <a:lnTo>
                  <a:pt x="16600" y="382777"/>
                </a:lnTo>
                <a:lnTo>
                  <a:pt x="44845" y="413413"/>
                </a:lnTo>
                <a:lnTo>
                  <a:pt x="84888" y="442731"/>
                </a:lnTo>
                <a:lnTo>
                  <a:pt x="136151" y="471064"/>
                </a:lnTo>
                <a:lnTo>
                  <a:pt x="197767" y="498261"/>
                </a:lnTo>
                <a:lnTo>
                  <a:pt x="268863" y="524123"/>
                </a:lnTo>
                <a:lnTo>
                  <a:pt x="307688" y="536487"/>
                </a:lnTo>
                <a:lnTo>
                  <a:pt x="348549" y="548435"/>
                </a:lnTo>
                <a:lnTo>
                  <a:pt x="391336" y="559940"/>
                </a:lnTo>
                <a:lnTo>
                  <a:pt x="435933" y="570973"/>
                </a:lnTo>
                <a:lnTo>
                  <a:pt x="482229" y="581505"/>
                </a:lnTo>
                <a:lnTo>
                  <a:pt x="530431" y="591569"/>
                </a:lnTo>
                <a:lnTo>
                  <a:pt x="579471" y="600952"/>
                </a:lnTo>
                <a:lnTo>
                  <a:pt x="630188" y="609808"/>
                </a:lnTo>
                <a:lnTo>
                  <a:pt x="682190" y="618052"/>
                </a:lnTo>
                <a:lnTo>
                  <a:pt x="789411" y="632563"/>
                </a:lnTo>
                <a:lnTo>
                  <a:pt x="900266" y="644257"/>
                </a:lnTo>
                <a:lnTo>
                  <a:pt x="1013850" y="652899"/>
                </a:lnTo>
                <a:lnTo>
                  <a:pt x="1131990" y="658383"/>
                </a:lnTo>
                <a:lnTo>
                  <a:pt x="1137293" y="658383"/>
                </a:lnTo>
                <a:lnTo>
                  <a:pt x="1245571" y="660092"/>
                </a:lnTo>
                <a:lnTo>
                  <a:pt x="1361876" y="658383"/>
                </a:lnTo>
                <a:lnTo>
                  <a:pt x="1477268" y="653404"/>
                </a:lnTo>
                <a:lnTo>
                  <a:pt x="1517377" y="650568"/>
                </a:lnTo>
                <a:lnTo>
                  <a:pt x="1245431" y="650568"/>
                </a:lnTo>
                <a:lnTo>
                  <a:pt x="1129408" y="648732"/>
                </a:lnTo>
                <a:lnTo>
                  <a:pt x="1014292" y="643384"/>
                </a:lnTo>
                <a:lnTo>
                  <a:pt x="900989" y="634759"/>
                </a:lnTo>
                <a:lnTo>
                  <a:pt x="790410" y="623090"/>
                </a:lnTo>
                <a:lnTo>
                  <a:pt x="683467" y="608613"/>
                </a:lnTo>
                <a:lnTo>
                  <a:pt x="631681" y="600400"/>
                </a:lnTo>
                <a:lnTo>
                  <a:pt x="581109" y="591569"/>
                </a:lnTo>
                <a:lnTo>
                  <a:pt x="531904" y="582153"/>
                </a:lnTo>
                <a:lnTo>
                  <a:pt x="484178" y="572182"/>
                </a:lnTo>
                <a:lnTo>
                  <a:pt x="438046" y="561686"/>
                </a:lnTo>
                <a:lnTo>
                  <a:pt x="393623" y="550694"/>
                </a:lnTo>
                <a:lnTo>
                  <a:pt x="351023" y="539237"/>
                </a:lnTo>
                <a:lnTo>
                  <a:pt x="310362" y="527345"/>
                </a:lnTo>
                <a:lnTo>
                  <a:pt x="271754" y="515047"/>
                </a:lnTo>
                <a:lnTo>
                  <a:pt x="235314" y="502375"/>
                </a:lnTo>
                <a:lnTo>
                  <a:pt x="169404" y="476033"/>
                </a:lnTo>
                <a:lnTo>
                  <a:pt x="113569" y="448579"/>
                </a:lnTo>
                <a:lnTo>
                  <a:pt x="68754" y="420303"/>
                </a:lnTo>
                <a:lnTo>
                  <a:pt x="35921" y="391561"/>
                </a:lnTo>
                <a:lnTo>
                  <a:pt x="22120" y="373352"/>
                </a:lnTo>
                <a:lnTo>
                  <a:pt x="15971" y="362848"/>
                </a:lnTo>
                <a:lnTo>
                  <a:pt x="14579" y="358682"/>
                </a:lnTo>
                <a:lnTo>
                  <a:pt x="11028" y="348691"/>
                </a:lnTo>
                <a:lnTo>
                  <a:pt x="9606" y="335856"/>
                </a:lnTo>
                <a:lnTo>
                  <a:pt x="9517" y="335115"/>
                </a:lnTo>
                <a:lnTo>
                  <a:pt x="9469" y="334722"/>
                </a:lnTo>
                <a:lnTo>
                  <a:pt x="9700" y="330913"/>
                </a:lnTo>
                <a:lnTo>
                  <a:pt x="10811" y="305532"/>
                </a:lnTo>
                <a:lnTo>
                  <a:pt x="14508" y="276917"/>
                </a:lnTo>
                <a:lnTo>
                  <a:pt x="14600" y="276202"/>
                </a:lnTo>
                <a:lnTo>
                  <a:pt x="28959" y="219110"/>
                </a:lnTo>
                <a:lnTo>
                  <a:pt x="51261" y="165700"/>
                </a:lnTo>
                <a:lnTo>
                  <a:pt x="80161" y="117877"/>
                </a:lnTo>
                <a:lnTo>
                  <a:pt x="114288" y="77547"/>
                </a:lnTo>
                <a:lnTo>
                  <a:pt x="151480" y="47139"/>
                </a:lnTo>
                <a:lnTo>
                  <a:pt x="151265" y="47139"/>
                </a:lnTo>
                <a:lnTo>
                  <a:pt x="152226" y="46592"/>
                </a:lnTo>
                <a:lnTo>
                  <a:pt x="152557" y="46592"/>
                </a:lnTo>
                <a:lnTo>
                  <a:pt x="161953" y="42612"/>
                </a:lnTo>
                <a:lnTo>
                  <a:pt x="159269" y="33405"/>
                </a:lnTo>
                <a:close/>
              </a:path>
              <a:path w="2491104" h="660400">
                <a:moveTo>
                  <a:pt x="2489485" y="370300"/>
                </a:moveTo>
                <a:lnTo>
                  <a:pt x="2480014" y="370300"/>
                </a:lnTo>
                <a:lnTo>
                  <a:pt x="2479811" y="370830"/>
                </a:lnTo>
                <a:lnTo>
                  <a:pt x="2479739" y="371392"/>
                </a:lnTo>
                <a:lnTo>
                  <a:pt x="2479596" y="371392"/>
                </a:lnTo>
                <a:lnTo>
                  <a:pt x="2475240" y="382777"/>
                </a:lnTo>
                <a:lnTo>
                  <a:pt x="2475113" y="383365"/>
                </a:lnTo>
                <a:lnTo>
                  <a:pt x="2469948" y="391561"/>
                </a:lnTo>
                <a:lnTo>
                  <a:pt x="2440007" y="423632"/>
                </a:lnTo>
                <a:lnTo>
                  <a:pt x="2401160" y="450024"/>
                </a:lnTo>
                <a:lnTo>
                  <a:pt x="2350772" y="475884"/>
                </a:lnTo>
                <a:lnTo>
                  <a:pt x="2289812" y="500871"/>
                </a:lnTo>
                <a:lnTo>
                  <a:pt x="2219231" y="524717"/>
                </a:lnTo>
                <a:lnTo>
                  <a:pt x="2180627" y="536135"/>
                </a:lnTo>
                <a:lnTo>
                  <a:pt x="2139968" y="547177"/>
                </a:lnTo>
                <a:lnTo>
                  <a:pt x="2097370" y="557817"/>
                </a:lnTo>
                <a:lnTo>
                  <a:pt x="2052948" y="568024"/>
                </a:lnTo>
                <a:lnTo>
                  <a:pt x="2006815" y="577771"/>
                </a:lnTo>
                <a:lnTo>
                  <a:pt x="1958755" y="587091"/>
                </a:lnTo>
                <a:lnTo>
                  <a:pt x="1909881" y="595776"/>
                </a:lnTo>
                <a:lnTo>
                  <a:pt x="1859307" y="603978"/>
                </a:lnTo>
                <a:lnTo>
                  <a:pt x="1807482" y="611611"/>
                </a:lnTo>
                <a:lnTo>
                  <a:pt x="1700499" y="625059"/>
                </a:lnTo>
                <a:lnTo>
                  <a:pt x="1589912" y="635894"/>
                </a:lnTo>
                <a:lnTo>
                  <a:pt x="1476596" y="643903"/>
                </a:lnTo>
                <a:lnTo>
                  <a:pt x="1361466" y="648867"/>
                </a:lnTo>
                <a:lnTo>
                  <a:pt x="1245431" y="650568"/>
                </a:lnTo>
                <a:lnTo>
                  <a:pt x="1517377" y="650568"/>
                </a:lnTo>
                <a:lnTo>
                  <a:pt x="1590840" y="645374"/>
                </a:lnTo>
                <a:lnTo>
                  <a:pt x="1701687" y="634510"/>
                </a:lnTo>
                <a:lnTo>
                  <a:pt x="1808869" y="621034"/>
                </a:lnTo>
                <a:lnTo>
                  <a:pt x="1860832" y="613381"/>
                </a:lnTo>
                <a:lnTo>
                  <a:pt x="1911547" y="605154"/>
                </a:lnTo>
                <a:lnTo>
                  <a:pt x="1960902" y="596382"/>
                </a:lnTo>
                <a:lnTo>
                  <a:pt x="2008785" y="587091"/>
                </a:lnTo>
                <a:lnTo>
                  <a:pt x="2055080" y="577307"/>
                </a:lnTo>
                <a:lnTo>
                  <a:pt x="2099679" y="567058"/>
                </a:lnTo>
                <a:lnTo>
                  <a:pt x="2142465" y="556369"/>
                </a:lnTo>
                <a:lnTo>
                  <a:pt x="2183330" y="545268"/>
                </a:lnTo>
                <a:lnTo>
                  <a:pt x="2222159" y="533781"/>
                </a:lnTo>
                <a:lnTo>
                  <a:pt x="2258843" y="521932"/>
                </a:lnTo>
                <a:lnTo>
                  <a:pt x="2325331" y="497248"/>
                </a:lnTo>
                <a:lnTo>
                  <a:pt x="2381920" y="471400"/>
                </a:lnTo>
                <a:lnTo>
                  <a:pt x="2427753" y="444525"/>
                </a:lnTo>
                <a:lnTo>
                  <a:pt x="2461979" y="416651"/>
                </a:lnTo>
                <a:lnTo>
                  <a:pt x="2489045" y="373352"/>
                </a:lnTo>
                <a:lnTo>
                  <a:pt x="2489344" y="371392"/>
                </a:lnTo>
                <a:lnTo>
                  <a:pt x="2479739" y="371392"/>
                </a:lnTo>
                <a:lnTo>
                  <a:pt x="2479881" y="370830"/>
                </a:lnTo>
                <a:lnTo>
                  <a:pt x="2489416" y="370830"/>
                </a:lnTo>
                <a:lnTo>
                  <a:pt x="2489485" y="370300"/>
                </a:lnTo>
                <a:close/>
              </a:path>
              <a:path w="2491104" h="660400">
                <a:moveTo>
                  <a:pt x="2251244" y="56069"/>
                </a:moveTo>
                <a:lnTo>
                  <a:pt x="2250509" y="65565"/>
                </a:lnTo>
                <a:lnTo>
                  <a:pt x="2272547" y="67270"/>
                </a:lnTo>
                <a:lnTo>
                  <a:pt x="2272317" y="67270"/>
                </a:lnTo>
                <a:lnTo>
                  <a:pt x="2314640" y="79975"/>
                </a:lnTo>
                <a:lnTo>
                  <a:pt x="2354991" y="103794"/>
                </a:lnTo>
                <a:lnTo>
                  <a:pt x="2392161" y="137119"/>
                </a:lnTo>
                <a:lnTo>
                  <a:pt x="2424687" y="178249"/>
                </a:lnTo>
                <a:lnTo>
                  <a:pt x="2451132" y="225437"/>
                </a:lnTo>
                <a:lnTo>
                  <a:pt x="2470093" y="276917"/>
                </a:lnTo>
                <a:lnTo>
                  <a:pt x="2480196" y="330913"/>
                </a:lnTo>
                <a:lnTo>
                  <a:pt x="2481094" y="349719"/>
                </a:lnTo>
                <a:lnTo>
                  <a:pt x="2481197" y="351881"/>
                </a:lnTo>
                <a:lnTo>
                  <a:pt x="2481538" y="357462"/>
                </a:lnTo>
                <a:lnTo>
                  <a:pt x="2479880" y="370300"/>
                </a:lnTo>
                <a:lnTo>
                  <a:pt x="2479811" y="370830"/>
                </a:lnTo>
                <a:lnTo>
                  <a:pt x="2480014" y="370300"/>
                </a:lnTo>
                <a:lnTo>
                  <a:pt x="2489485" y="370300"/>
                </a:lnTo>
                <a:lnTo>
                  <a:pt x="2490985" y="358682"/>
                </a:lnTo>
                <a:lnTo>
                  <a:pt x="2490999" y="357462"/>
                </a:lnTo>
                <a:lnTo>
                  <a:pt x="2489692" y="330913"/>
                </a:lnTo>
                <a:lnTo>
                  <a:pt x="2489626" y="329569"/>
                </a:lnTo>
                <a:lnTo>
                  <a:pt x="2485611" y="301544"/>
                </a:lnTo>
                <a:lnTo>
                  <a:pt x="2479155" y="273982"/>
                </a:lnTo>
                <a:lnTo>
                  <a:pt x="2470502" y="247315"/>
                </a:lnTo>
                <a:lnTo>
                  <a:pt x="2470431" y="247097"/>
                </a:lnTo>
                <a:lnTo>
                  <a:pt x="2446875" y="196212"/>
                </a:lnTo>
                <a:lnTo>
                  <a:pt x="2416314" y="150602"/>
                </a:lnTo>
                <a:lnTo>
                  <a:pt x="2380083" y="111991"/>
                </a:lnTo>
                <a:lnTo>
                  <a:pt x="2339493" y="82130"/>
                </a:lnTo>
                <a:lnTo>
                  <a:pt x="2295838" y="62849"/>
                </a:lnTo>
                <a:lnTo>
                  <a:pt x="2273971" y="57878"/>
                </a:lnTo>
                <a:lnTo>
                  <a:pt x="2274628" y="57878"/>
                </a:lnTo>
                <a:lnTo>
                  <a:pt x="2251244" y="56069"/>
                </a:lnTo>
                <a:close/>
              </a:path>
              <a:path w="2491104" h="660400">
                <a:moveTo>
                  <a:pt x="218901" y="28637"/>
                </a:moveTo>
                <a:lnTo>
                  <a:pt x="170528" y="28637"/>
                </a:lnTo>
                <a:lnTo>
                  <a:pt x="174243" y="37407"/>
                </a:lnTo>
                <a:lnTo>
                  <a:pt x="161953" y="42612"/>
                </a:lnTo>
                <a:lnTo>
                  <a:pt x="170857" y="73154"/>
                </a:lnTo>
                <a:lnTo>
                  <a:pt x="218901" y="28637"/>
                </a:lnTo>
                <a:close/>
              </a:path>
              <a:path w="2491104" h="660400">
                <a:moveTo>
                  <a:pt x="152226" y="46592"/>
                </a:moveTo>
                <a:lnTo>
                  <a:pt x="151265" y="47139"/>
                </a:lnTo>
                <a:lnTo>
                  <a:pt x="151773" y="46924"/>
                </a:lnTo>
                <a:lnTo>
                  <a:pt x="152226" y="46592"/>
                </a:lnTo>
                <a:close/>
              </a:path>
              <a:path w="2491104" h="660400">
                <a:moveTo>
                  <a:pt x="151773" y="46924"/>
                </a:moveTo>
                <a:lnTo>
                  <a:pt x="151265" y="47139"/>
                </a:lnTo>
                <a:lnTo>
                  <a:pt x="151480" y="47139"/>
                </a:lnTo>
                <a:lnTo>
                  <a:pt x="151773" y="46924"/>
                </a:lnTo>
                <a:close/>
              </a:path>
              <a:path w="2491104" h="660400">
                <a:moveTo>
                  <a:pt x="152557" y="46592"/>
                </a:moveTo>
                <a:lnTo>
                  <a:pt x="152226" y="46592"/>
                </a:lnTo>
                <a:lnTo>
                  <a:pt x="151773" y="46924"/>
                </a:lnTo>
                <a:lnTo>
                  <a:pt x="152557" y="46592"/>
                </a:lnTo>
                <a:close/>
              </a:path>
              <a:path w="2491104" h="660400">
                <a:moveTo>
                  <a:pt x="170528" y="28637"/>
                </a:moveTo>
                <a:lnTo>
                  <a:pt x="159269" y="33405"/>
                </a:lnTo>
                <a:lnTo>
                  <a:pt x="161953" y="42612"/>
                </a:lnTo>
                <a:lnTo>
                  <a:pt x="174243" y="37407"/>
                </a:lnTo>
                <a:lnTo>
                  <a:pt x="170528" y="28637"/>
                </a:lnTo>
                <a:close/>
              </a:path>
              <a:path w="2491104" h="660400">
                <a:moveTo>
                  <a:pt x="149530" y="0"/>
                </a:moveTo>
                <a:lnTo>
                  <a:pt x="159269" y="33405"/>
                </a:lnTo>
                <a:lnTo>
                  <a:pt x="170528" y="28637"/>
                </a:lnTo>
                <a:lnTo>
                  <a:pt x="218901" y="28637"/>
                </a:lnTo>
                <a:lnTo>
                  <a:pt x="233349" y="15250"/>
                </a:lnTo>
                <a:lnTo>
                  <a:pt x="149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3365" y="6036217"/>
            <a:ext cx="407813" cy="199052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6091861" y="4342519"/>
            <a:ext cx="801370" cy="1696085"/>
            <a:chOff x="6091861" y="4342519"/>
            <a:chExt cx="801370" cy="1696085"/>
          </a:xfrm>
        </p:grpSpPr>
        <p:sp>
          <p:nvSpPr>
            <p:cNvPr id="30" name="object 30" descr=""/>
            <p:cNvSpPr/>
            <p:nvPr/>
          </p:nvSpPr>
          <p:spPr>
            <a:xfrm>
              <a:off x="6098210" y="4568989"/>
              <a:ext cx="788670" cy="1463040"/>
            </a:xfrm>
            <a:custGeom>
              <a:avLst/>
              <a:gdLst/>
              <a:ahLst/>
              <a:cxnLst/>
              <a:rect l="l" t="t" r="r" b="b"/>
              <a:pathLst>
                <a:path w="788670" h="1463039">
                  <a:moveTo>
                    <a:pt x="788073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0" y="365760"/>
                  </a:lnTo>
                  <a:lnTo>
                    <a:pt x="0" y="1463040"/>
                  </a:lnTo>
                  <a:lnTo>
                    <a:pt x="788073" y="1463040"/>
                  </a:lnTo>
                  <a:lnTo>
                    <a:pt x="788073" y="182880"/>
                  </a:lnTo>
                  <a:lnTo>
                    <a:pt x="788073" y="0"/>
                  </a:lnTo>
                  <a:close/>
                </a:path>
              </a:pathLst>
            </a:custGeom>
            <a:solidFill>
              <a:srgbClr val="DCE6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091860" y="4745519"/>
              <a:ext cx="801370" cy="1109980"/>
            </a:xfrm>
            <a:custGeom>
              <a:avLst/>
              <a:gdLst/>
              <a:ahLst/>
              <a:cxnLst/>
              <a:rect l="l" t="t" r="r" b="b"/>
              <a:pathLst>
                <a:path w="801370" h="1109979">
                  <a:moveTo>
                    <a:pt x="800773" y="1097280"/>
                  </a:moveTo>
                  <a:lnTo>
                    <a:pt x="0" y="1097280"/>
                  </a:lnTo>
                  <a:lnTo>
                    <a:pt x="0" y="1109980"/>
                  </a:lnTo>
                  <a:lnTo>
                    <a:pt x="800773" y="1109980"/>
                  </a:lnTo>
                  <a:lnTo>
                    <a:pt x="800773" y="1097280"/>
                  </a:lnTo>
                  <a:close/>
                </a:path>
                <a:path w="801370" h="1109979">
                  <a:moveTo>
                    <a:pt x="800773" y="914400"/>
                  </a:moveTo>
                  <a:lnTo>
                    <a:pt x="0" y="914400"/>
                  </a:lnTo>
                  <a:lnTo>
                    <a:pt x="0" y="927100"/>
                  </a:lnTo>
                  <a:lnTo>
                    <a:pt x="800773" y="927100"/>
                  </a:lnTo>
                  <a:lnTo>
                    <a:pt x="800773" y="914400"/>
                  </a:lnTo>
                  <a:close/>
                </a:path>
                <a:path w="801370" h="1109979">
                  <a:moveTo>
                    <a:pt x="800773" y="731520"/>
                  </a:moveTo>
                  <a:lnTo>
                    <a:pt x="0" y="731520"/>
                  </a:lnTo>
                  <a:lnTo>
                    <a:pt x="0" y="744220"/>
                  </a:lnTo>
                  <a:lnTo>
                    <a:pt x="800773" y="744220"/>
                  </a:lnTo>
                  <a:lnTo>
                    <a:pt x="800773" y="731520"/>
                  </a:lnTo>
                  <a:close/>
                </a:path>
                <a:path w="801370" h="1109979">
                  <a:moveTo>
                    <a:pt x="800773" y="548640"/>
                  </a:moveTo>
                  <a:lnTo>
                    <a:pt x="0" y="548640"/>
                  </a:lnTo>
                  <a:lnTo>
                    <a:pt x="0" y="561340"/>
                  </a:lnTo>
                  <a:lnTo>
                    <a:pt x="800773" y="561340"/>
                  </a:lnTo>
                  <a:lnTo>
                    <a:pt x="800773" y="548640"/>
                  </a:lnTo>
                  <a:close/>
                </a:path>
                <a:path w="801370" h="1109979">
                  <a:moveTo>
                    <a:pt x="800773" y="365760"/>
                  </a:moveTo>
                  <a:lnTo>
                    <a:pt x="0" y="365760"/>
                  </a:lnTo>
                  <a:lnTo>
                    <a:pt x="0" y="378460"/>
                  </a:lnTo>
                  <a:lnTo>
                    <a:pt x="800773" y="378460"/>
                  </a:lnTo>
                  <a:lnTo>
                    <a:pt x="800773" y="365760"/>
                  </a:lnTo>
                  <a:close/>
                </a:path>
                <a:path w="801370" h="1109979">
                  <a:moveTo>
                    <a:pt x="800773" y="182880"/>
                  </a:moveTo>
                  <a:lnTo>
                    <a:pt x="0" y="182880"/>
                  </a:lnTo>
                  <a:lnTo>
                    <a:pt x="0" y="195580"/>
                  </a:lnTo>
                  <a:lnTo>
                    <a:pt x="800773" y="195580"/>
                  </a:lnTo>
                  <a:lnTo>
                    <a:pt x="800773" y="182880"/>
                  </a:lnTo>
                  <a:close/>
                </a:path>
                <a:path w="801370" h="1109979">
                  <a:moveTo>
                    <a:pt x="80077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800773" y="12700"/>
                  </a:lnTo>
                  <a:lnTo>
                    <a:pt x="800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091861" y="4562637"/>
              <a:ext cx="801370" cy="1475740"/>
            </a:xfrm>
            <a:custGeom>
              <a:avLst/>
              <a:gdLst/>
              <a:ahLst/>
              <a:cxnLst/>
              <a:rect l="l" t="t" r="r" b="b"/>
              <a:pathLst>
                <a:path w="801369" h="1475739">
                  <a:moveTo>
                    <a:pt x="6350" y="0"/>
                  </a:moveTo>
                  <a:lnTo>
                    <a:pt x="6350" y="1475740"/>
                  </a:lnTo>
                </a:path>
                <a:path w="801369" h="1475739">
                  <a:moveTo>
                    <a:pt x="794422" y="0"/>
                  </a:moveTo>
                  <a:lnTo>
                    <a:pt x="794422" y="1475740"/>
                  </a:lnTo>
                </a:path>
                <a:path w="801369" h="1475739">
                  <a:moveTo>
                    <a:pt x="0" y="6350"/>
                  </a:moveTo>
                  <a:lnTo>
                    <a:pt x="800772" y="6350"/>
                  </a:lnTo>
                </a:path>
                <a:path w="801369" h="1475739">
                  <a:moveTo>
                    <a:pt x="0" y="1469390"/>
                  </a:moveTo>
                  <a:lnTo>
                    <a:pt x="800772" y="146939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23558" y="4342519"/>
              <a:ext cx="121919" cy="176783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150673" y="4130040"/>
            <a:ext cx="8959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rebuchet MS"/>
                <a:cs typeface="Trebuchet MS"/>
              </a:rPr>
              <a:t>Self-attention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538903" y="4154423"/>
            <a:ext cx="6445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rebuchet MS"/>
                <a:cs typeface="Trebuchet MS"/>
              </a:rPr>
              <a:t>Recurrent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03296" y="5188597"/>
            <a:ext cx="138175" cy="113792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7035431" y="4579002"/>
            <a:ext cx="1102360" cy="858519"/>
            <a:chOff x="7035431" y="4579002"/>
            <a:chExt cx="1102360" cy="858519"/>
          </a:xfrm>
        </p:grpSpPr>
        <p:sp>
          <p:nvSpPr>
            <p:cNvPr id="38" name="object 38" descr=""/>
            <p:cNvSpPr/>
            <p:nvPr/>
          </p:nvSpPr>
          <p:spPr>
            <a:xfrm>
              <a:off x="7343115" y="4789779"/>
              <a:ext cx="788670" cy="548640"/>
            </a:xfrm>
            <a:custGeom>
              <a:avLst/>
              <a:gdLst/>
              <a:ahLst/>
              <a:cxnLst/>
              <a:rect l="l" t="t" r="r" b="b"/>
              <a:pathLst>
                <a:path w="788670" h="548639">
                  <a:moveTo>
                    <a:pt x="788060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0" y="365760"/>
                  </a:lnTo>
                  <a:lnTo>
                    <a:pt x="0" y="548640"/>
                  </a:lnTo>
                  <a:lnTo>
                    <a:pt x="788060" y="548640"/>
                  </a:lnTo>
                  <a:lnTo>
                    <a:pt x="788060" y="365760"/>
                  </a:lnTo>
                  <a:lnTo>
                    <a:pt x="788060" y="182880"/>
                  </a:lnTo>
                  <a:lnTo>
                    <a:pt x="788060" y="0"/>
                  </a:lnTo>
                  <a:close/>
                </a:path>
              </a:pathLst>
            </a:custGeom>
            <a:solidFill>
              <a:srgbClr val="E6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36765" y="4966309"/>
              <a:ext cx="801370" cy="195580"/>
            </a:xfrm>
            <a:custGeom>
              <a:avLst/>
              <a:gdLst/>
              <a:ahLst/>
              <a:cxnLst/>
              <a:rect l="l" t="t" r="r" b="b"/>
              <a:pathLst>
                <a:path w="801370" h="195579">
                  <a:moveTo>
                    <a:pt x="800760" y="182880"/>
                  </a:moveTo>
                  <a:lnTo>
                    <a:pt x="0" y="182880"/>
                  </a:lnTo>
                  <a:lnTo>
                    <a:pt x="0" y="195580"/>
                  </a:lnTo>
                  <a:lnTo>
                    <a:pt x="800760" y="195580"/>
                  </a:lnTo>
                  <a:lnTo>
                    <a:pt x="800760" y="182880"/>
                  </a:lnTo>
                  <a:close/>
                </a:path>
                <a:path w="801370" h="195579">
                  <a:moveTo>
                    <a:pt x="80076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800760" y="12700"/>
                  </a:lnTo>
                  <a:lnTo>
                    <a:pt x="800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336764" y="4783419"/>
              <a:ext cx="801370" cy="561340"/>
            </a:xfrm>
            <a:custGeom>
              <a:avLst/>
              <a:gdLst/>
              <a:ahLst/>
              <a:cxnLst/>
              <a:rect l="l" t="t" r="r" b="b"/>
              <a:pathLst>
                <a:path w="801370" h="561339">
                  <a:moveTo>
                    <a:pt x="6350" y="0"/>
                  </a:moveTo>
                  <a:lnTo>
                    <a:pt x="6350" y="561340"/>
                  </a:lnTo>
                </a:path>
                <a:path w="801370" h="561339">
                  <a:moveTo>
                    <a:pt x="794422" y="0"/>
                  </a:moveTo>
                  <a:lnTo>
                    <a:pt x="794422" y="561340"/>
                  </a:lnTo>
                </a:path>
                <a:path w="801370" h="561339">
                  <a:moveTo>
                    <a:pt x="0" y="6350"/>
                  </a:moveTo>
                  <a:lnTo>
                    <a:pt x="800772" y="6350"/>
                  </a:lnTo>
                </a:path>
                <a:path w="801370" h="561339">
                  <a:moveTo>
                    <a:pt x="0" y="554990"/>
                  </a:moveTo>
                  <a:lnTo>
                    <a:pt x="800772" y="55499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95972" y="4935872"/>
              <a:ext cx="115824" cy="17678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8526" y="4579002"/>
              <a:ext cx="121920" cy="176783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040194" y="4626548"/>
              <a:ext cx="134620" cy="805815"/>
            </a:xfrm>
            <a:custGeom>
              <a:avLst/>
              <a:gdLst/>
              <a:ahLst/>
              <a:cxnLst/>
              <a:rect l="l" t="t" r="r" b="b"/>
              <a:pathLst>
                <a:path w="134620" h="805814">
                  <a:moveTo>
                    <a:pt x="134269" y="805655"/>
                  </a:moveTo>
                  <a:lnTo>
                    <a:pt x="108137" y="800379"/>
                  </a:lnTo>
                  <a:lnTo>
                    <a:pt x="86798" y="785991"/>
                  </a:lnTo>
                  <a:lnTo>
                    <a:pt x="72410" y="764651"/>
                  </a:lnTo>
                  <a:lnTo>
                    <a:pt x="67134" y="738520"/>
                  </a:lnTo>
                  <a:lnTo>
                    <a:pt x="67134" y="469962"/>
                  </a:lnTo>
                  <a:lnTo>
                    <a:pt x="61859" y="443830"/>
                  </a:lnTo>
                  <a:lnTo>
                    <a:pt x="47471" y="422490"/>
                  </a:lnTo>
                  <a:lnTo>
                    <a:pt x="26131" y="408103"/>
                  </a:lnTo>
                  <a:lnTo>
                    <a:pt x="0" y="402827"/>
                  </a:lnTo>
                  <a:lnTo>
                    <a:pt x="26131" y="397551"/>
                  </a:lnTo>
                  <a:lnTo>
                    <a:pt x="47471" y="383164"/>
                  </a:lnTo>
                  <a:lnTo>
                    <a:pt x="61859" y="361824"/>
                  </a:lnTo>
                  <a:lnTo>
                    <a:pt x="67134" y="335692"/>
                  </a:lnTo>
                  <a:lnTo>
                    <a:pt x="67134" y="67134"/>
                  </a:lnTo>
                  <a:lnTo>
                    <a:pt x="72410" y="41002"/>
                  </a:lnTo>
                  <a:lnTo>
                    <a:pt x="86798" y="19663"/>
                  </a:lnTo>
                  <a:lnTo>
                    <a:pt x="108137" y="5275"/>
                  </a:lnTo>
                  <a:lnTo>
                    <a:pt x="13426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7572619" y="4340352"/>
            <a:ext cx="4051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rebuchet MS"/>
                <a:cs typeface="Trebuchet MS"/>
              </a:rPr>
              <a:t>kernel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256217" y="4506375"/>
            <a:ext cx="429895" cy="930910"/>
            <a:chOff x="8256217" y="4506375"/>
            <a:chExt cx="429895" cy="930910"/>
          </a:xfrm>
        </p:grpSpPr>
        <p:sp>
          <p:nvSpPr>
            <p:cNvPr id="46" name="object 46" descr=""/>
            <p:cNvSpPr/>
            <p:nvPr/>
          </p:nvSpPr>
          <p:spPr>
            <a:xfrm>
              <a:off x="8260980" y="4626549"/>
              <a:ext cx="134620" cy="805815"/>
            </a:xfrm>
            <a:custGeom>
              <a:avLst/>
              <a:gdLst/>
              <a:ahLst/>
              <a:cxnLst/>
              <a:rect l="l" t="t" r="r" b="b"/>
              <a:pathLst>
                <a:path w="134620" h="805814">
                  <a:moveTo>
                    <a:pt x="0" y="0"/>
                  </a:moveTo>
                  <a:lnTo>
                    <a:pt x="26132" y="5275"/>
                  </a:lnTo>
                  <a:lnTo>
                    <a:pt x="47471" y="19663"/>
                  </a:lnTo>
                  <a:lnTo>
                    <a:pt x="61859" y="41002"/>
                  </a:lnTo>
                  <a:lnTo>
                    <a:pt x="67135" y="67134"/>
                  </a:lnTo>
                  <a:lnTo>
                    <a:pt x="67135" y="335692"/>
                  </a:lnTo>
                  <a:lnTo>
                    <a:pt x="72410" y="361824"/>
                  </a:lnTo>
                  <a:lnTo>
                    <a:pt x="86798" y="383164"/>
                  </a:lnTo>
                  <a:lnTo>
                    <a:pt x="108137" y="397551"/>
                  </a:lnTo>
                  <a:lnTo>
                    <a:pt x="134270" y="402827"/>
                  </a:lnTo>
                  <a:lnTo>
                    <a:pt x="108137" y="408103"/>
                  </a:lnTo>
                  <a:lnTo>
                    <a:pt x="86798" y="422490"/>
                  </a:lnTo>
                  <a:lnTo>
                    <a:pt x="72410" y="443830"/>
                  </a:lnTo>
                  <a:lnTo>
                    <a:pt x="67135" y="469962"/>
                  </a:lnTo>
                  <a:lnTo>
                    <a:pt x="67135" y="738520"/>
                  </a:lnTo>
                  <a:lnTo>
                    <a:pt x="61859" y="764651"/>
                  </a:lnTo>
                  <a:lnTo>
                    <a:pt x="47471" y="785991"/>
                  </a:lnTo>
                  <a:lnTo>
                    <a:pt x="26132" y="800379"/>
                  </a:lnTo>
                  <a:lnTo>
                    <a:pt x="0" y="80565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95251" y="4506375"/>
              <a:ext cx="290575" cy="176783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82877" y="4260526"/>
            <a:ext cx="601615" cy="197589"/>
          </a:xfrm>
          <a:prstGeom prst="rect">
            <a:avLst/>
          </a:prstGeom>
        </p:spPr>
      </p:pic>
      <p:sp>
        <p:nvSpPr>
          <p:cNvPr id="49" name="object 49" descr=""/>
          <p:cNvSpPr txBox="1"/>
          <p:nvPr/>
        </p:nvSpPr>
        <p:spPr>
          <a:xfrm>
            <a:off x="5549258" y="4133088"/>
            <a:ext cx="881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rebuchet MS"/>
                <a:cs typeface="Trebuchet MS"/>
              </a:rPr>
              <a:t>Convolutional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2310745" y="4097711"/>
            <a:ext cx="0" cy="2540635"/>
          </a:xfrm>
          <a:custGeom>
            <a:avLst/>
            <a:gdLst/>
            <a:ahLst/>
            <a:cxnLst/>
            <a:rect l="l" t="t" r="r" b="b"/>
            <a:pathLst>
              <a:path w="0" h="2540634">
                <a:moveTo>
                  <a:pt x="0" y="2540567"/>
                </a:moveTo>
                <a:lnTo>
                  <a:pt x="1" y="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5411181" y="4097711"/>
            <a:ext cx="0" cy="2540635"/>
          </a:xfrm>
          <a:custGeom>
            <a:avLst/>
            <a:gdLst/>
            <a:ahLst/>
            <a:cxnLst/>
            <a:rect l="l" t="t" r="r" b="b"/>
            <a:pathLst>
              <a:path w="0" h="2540634">
                <a:moveTo>
                  <a:pt x="0" y="2540567"/>
                </a:moveTo>
                <a:lnTo>
                  <a:pt x="1" y="0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7699050" y="5488151"/>
            <a:ext cx="522605" cy="631825"/>
            <a:chOff x="7699050" y="5488151"/>
            <a:chExt cx="522605" cy="631825"/>
          </a:xfrm>
        </p:grpSpPr>
        <p:sp>
          <p:nvSpPr>
            <p:cNvPr id="53" name="object 53" descr=""/>
            <p:cNvSpPr/>
            <p:nvPr/>
          </p:nvSpPr>
          <p:spPr>
            <a:xfrm>
              <a:off x="7699050" y="5488151"/>
              <a:ext cx="76200" cy="631825"/>
            </a:xfrm>
            <a:custGeom>
              <a:avLst/>
              <a:gdLst/>
              <a:ahLst/>
              <a:cxnLst/>
              <a:rect l="l" t="t" r="r" b="b"/>
              <a:pathLst>
                <a:path w="76200" h="631825">
                  <a:moveTo>
                    <a:pt x="33337" y="555314"/>
                  </a:moveTo>
                  <a:lnTo>
                    <a:pt x="0" y="555314"/>
                  </a:lnTo>
                  <a:lnTo>
                    <a:pt x="38100" y="631514"/>
                  </a:lnTo>
                  <a:lnTo>
                    <a:pt x="69849" y="568014"/>
                  </a:lnTo>
                  <a:lnTo>
                    <a:pt x="33337" y="568014"/>
                  </a:lnTo>
                  <a:lnTo>
                    <a:pt x="33337" y="555314"/>
                  </a:lnTo>
                  <a:close/>
                </a:path>
                <a:path w="76200" h="631825">
                  <a:moveTo>
                    <a:pt x="42862" y="0"/>
                  </a:moveTo>
                  <a:lnTo>
                    <a:pt x="33337" y="0"/>
                  </a:lnTo>
                  <a:lnTo>
                    <a:pt x="33337" y="568014"/>
                  </a:lnTo>
                  <a:lnTo>
                    <a:pt x="42862" y="568014"/>
                  </a:lnTo>
                  <a:lnTo>
                    <a:pt x="42862" y="0"/>
                  </a:lnTo>
                  <a:close/>
                </a:path>
                <a:path w="76200" h="631825">
                  <a:moveTo>
                    <a:pt x="76200" y="555314"/>
                  </a:moveTo>
                  <a:lnTo>
                    <a:pt x="42862" y="555314"/>
                  </a:lnTo>
                  <a:lnTo>
                    <a:pt x="42862" y="568014"/>
                  </a:lnTo>
                  <a:lnTo>
                    <a:pt x="69849" y="568014"/>
                  </a:lnTo>
                  <a:lnTo>
                    <a:pt x="76200" y="555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3503" y="5677369"/>
              <a:ext cx="407813" cy="199052"/>
            </a:xfrm>
            <a:prstGeom prst="rect">
              <a:avLst/>
            </a:prstGeom>
          </p:spPr>
        </p:pic>
      </p:grpSp>
      <p:pic>
        <p:nvPicPr>
          <p:cNvPr id="55" name="object 5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0654" y="6193193"/>
            <a:ext cx="995054" cy="288609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5982628" y="2800603"/>
            <a:ext cx="1450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Matrix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multiplication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059913" y="3128168"/>
            <a:ext cx="626745" cy="669290"/>
            <a:chOff x="6059913" y="3128168"/>
            <a:chExt cx="626745" cy="669290"/>
          </a:xfrm>
        </p:grpSpPr>
        <p:sp>
          <p:nvSpPr>
            <p:cNvPr id="58" name="object 58" descr=""/>
            <p:cNvSpPr/>
            <p:nvPr/>
          </p:nvSpPr>
          <p:spPr>
            <a:xfrm>
              <a:off x="6064675" y="3132931"/>
              <a:ext cx="617220" cy="659765"/>
            </a:xfrm>
            <a:custGeom>
              <a:avLst/>
              <a:gdLst/>
              <a:ahLst/>
              <a:cxnLst/>
              <a:rect l="l" t="t" r="r" b="b"/>
              <a:pathLst>
                <a:path w="617220" h="659764">
                  <a:moveTo>
                    <a:pt x="102774" y="659757"/>
                  </a:moveTo>
                  <a:lnTo>
                    <a:pt x="62770" y="651680"/>
                  </a:lnTo>
                  <a:lnTo>
                    <a:pt x="30102" y="629655"/>
                  </a:lnTo>
                  <a:lnTo>
                    <a:pt x="8076" y="596986"/>
                  </a:lnTo>
                  <a:lnTo>
                    <a:pt x="0" y="556982"/>
                  </a:lnTo>
                  <a:lnTo>
                    <a:pt x="0" y="102774"/>
                  </a:lnTo>
                  <a:lnTo>
                    <a:pt x="8076" y="62770"/>
                  </a:lnTo>
                  <a:lnTo>
                    <a:pt x="30102" y="30101"/>
                  </a:lnTo>
                  <a:lnTo>
                    <a:pt x="62770" y="8076"/>
                  </a:lnTo>
                  <a:lnTo>
                    <a:pt x="102774" y="0"/>
                  </a:lnTo>
                </a:path>
                <a:path w="617220" h="659764">
                  <a:moveTo>
                    <a:pt x="513861" y="0"/>
                  </a:moveTo>
                  <a:lnTo>
                    <a:pt x="553865" y="8076"/>
                  </a:lnTo>
                  <a:lnTo>
                    <a:pt x="586533" y="30101"/>
                  </a:lnTo>
                  <a:lnTo>
                    <a:pt x="608559" y="62770"/>
                  </a:lnTo>
                  <a:lnTo>
                    <a:pt x="616636" y="102774"/>
                  </a:lnTo>
                  <a:lnTo>
                    <a:pt x="616636" y="556982"/>
                  </a:lnTo>
                  <a:lnTo>
                    <a:pt x="608559" y="596986"/>
                  </a:lnTo>
                  <a:lnTo>
                    <a:pt x="586533" y="629655"/>
                  </a:lnTo>
                  <a:lnTo>
                    <a:pt x="553865" y="651680"/>
                  </a:lnTo>
                  <a:lnTo>
                    <a:pt x="513861" y="6597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07817" y="3343849"/>
              <a:ext cx="530352" cy="213360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6791046" y="3193803"/>
            <a:ext cx="640080" cy="454025"/>
            <a:chOff x="6791046" y="3193803"/>
            <a:chExt cx="640080" cy="454025"/>
          </a:xfrm>
        </p:grpSpPr>
        <p:sp>
          <p:nvSpPr>
            <p:cNvPr id="61" name="object 61" descr=""/>
            <p:cNvSpPr/>
            <p:nvPr/>
          </p:nvSpPr>
          <p:spPr>
            <a:xfrm>
              <a:off x="6795809" y="3198566"/>
              <a:ext cx="74295" cy="444500"/>
            </a:xfrm>
            <a:custGeom>
              <a:avLst/>
              <a:gdLst/>
              <a:ahLst/>
              <a:cxnLst/>
              <a:rect l="l" t="t" r="r" b="b"/>
              <a:pathLst>
                <a:path w="74295" h="444500">
                  <a:moveTo>
                    <a:pt x="74037" y="444217"/>
                  </a:moveTo>
                  <a:lnTo>
                    <a:pt x="45218" y="438398"/>
                  </a:lnTo>
                  <a:lnTo>
                    <a:pt x="21685" y="422531"/>
                  </a:lnTo>
                  <a:lnTo>
                    <a:pt x="5818" y="398997"/>
                  </a:lnTo>
                  <a:lnTo>
                    <a:pt x="0" y="370179"/>
                  </a:lnTo>
                  <a:lnTo>
                    <a:pt x="0" y="74037"/>
                  </a:lnTo>
                  <a:lnTo>
                    <a:pt x="5818" y="45218"/>
                  </a:lnTo>
                  <a:lnTo>
                    <a:pt x="21685" y="21685"/>
                  </a:lnTo>
                  <a:lnTo>
                    <a:pt x="45218" y="5818"/>
                  </a:lnTo>
                  <a:lnTo>
                    <a:pt x="7403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16658" y="3330633"/>
              <a:ext cx="514096" cy="213360"/>
            </a:xfrm>
            <a:prstGeom prst="rect">
              <a:avLst/>
            </a:prstGeom>
          </p:spPr>
        </p:pic>
      </p:grpSp>
      <p:sp>
        <p:nvSpPr>
          <p:cNvPr id="63" name="object 63" descr=""/>
          <p:cNvSpPr/>
          <p:nvPr/>
        </p:nvSpPr>
        <p:spPr>
          <a:xfrm>
            <a:off x="7576345" y="3198566"/>
            <a:ext cx="74295" cy="444500"/>
          </a:xfrm>
          <a:custGeom>
            <a:avLst/>
            <a:gdLst/>
            <a:ahLst/>
            <a:cxnLst/>
            <a:rect l="l" t="t" r="r" b="b"/>
            <a:pathLst>
              <a:path w="74295" h="444500">
                <a:moveTo>
                  <a:pt x="0" y="0"/>
                </a:moveTo>
                <a:lnTo>
                  <a:pt x="28818" y="5818"/>
                </a:lnTo>
                <a:lnTo>
                  <a:pt x="52352" y="21685"/>
                </a:lnTo>
                <a:lnTo>
                  <a:pt x="68219" y="45218"/>
                </a:lnTo>
                <a:lnTo>
                  <a:pt x="74037" y="74037"/>
                </a:lnTo>
                <a:lnTo>
                  <a:pt x="74037" y="370179"/>
                </a:lnTo>
                <a:lnTo>
                  <a:pt x="68219" y="398997"/>
                </a:lnTo>
                <a:lnTo>
                  <a:pt x="52352" y="422531"/>
                </a:lnTo>
                <a:lnTo>
                  <a:pt x="28818" y="438398"/>
                </a:lnTo>
                <a:lnTo>
                  <a:pt x="0" y="4442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4" name="object 6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54861" y="3280883"/>
            <a:ext cx="843279" cy="249936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01967" y="5474182"/>
            <a:ext cx="520191" cy="225552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20273" y="6322125"/>
            <a:ext cx="1007507" cy="29222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36441" y="6322126"/>
            <a:ext cx="1354245" cy="292221"/>
          </a:xfrm>
          <a:prstGeom prst="rect">
            <a:avLst/>
          </a:prstGeom>
        </p:spPr>
      </p:pic>
      <p:sp>
        <p:nvSpPr>
          <p:cNvPr id="68" name="object 6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20"/>
              <a:t> </a:t>
            </a:r>
            <a:r>
              <a:rPr dirty="0" spc="-20"/>
              <a:t>self-</a:t>
            </a:r>
            <a:r>
              <a:rPr dirty="0" spc="-10"/>
              <a:t>attention?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7129" y="2900171"/>
            <a:ext cx="8790940" cy="2412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135255" indent="-342900">
              <a:lnSpc>
                <a:spcPct val="100000"/>
              </a:lnSpc>
              <a:spcBef>
                <a:spcPts val="100"/>
              </a:spcBef>
              <a:buFont typeface="Segoe UI Symbol"/>
              <a:buChar char="☐"/>
              <a:tabLst>
                <a:tab pos="354965" algn="l"/>
              </a:tabLst>
            </a:pP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layers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are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faster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than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recurrent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layers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when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&lt;&lt;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d,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which </a:t>
            </a:r>
            <a:r>
              <a:rPr dirty="0" sz="2000">
                <a:latin typeface="Trebuchet MS"/>
                <a:cs typeface="Trebuchet MS"/>
              </a:rPr>
              <a:t>is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most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often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machine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translations.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Font typeface="Segoe UI Symbol"/>
              <a:buChar char="☐"/>
            </a:pPr>
            <a:endParaRPr sz="200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buFont typeface="Segoe UI Symbol"/>
              <a:buChar char="☐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tasks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involving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very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long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sequences,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could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restricted </a:t>
            </a:r>
            <a:r>
              <a:rPr dirty="0" sz="2000">
                <a:latin typeface="Trebuchet MS"/>
                <a:cs typeface="Trebuchet MS"/>
              </a:rPr>
              <a:t>considering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only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neighbor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size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r.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Segoe UI Symbol"/>
              <a:buChar char="☐"/>
            </a:pP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Segoe UI Symbol"/>
              <a:buChar char="☐"/>
              <a:tabLst>
                <a:tab pos="354965" algn="l"/>
              </a:tabLst>
            </a:pPr>
            <a:r>
              <a:rPr dirty="0" sz="2000">
                <a:latin typeface="Trebuchet MS"/>
                <a:cs typeface="Trebuchet MS"/>
              </a:rPr>
              <a:t>As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side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benefit,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self-</a:t>
            </a:r>
            <a:r>
              <a:rPr dirty="0" sz="2000">
                <a:latin typeface="Trebuchet MS"/>
                <a:cs typeface="Trebuchet MS"/>
              </a:rPr>
              <a:t>attention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could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yield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more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interpretable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models.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68" y="942899"/>
            <a:ext cx="8899921" cy="176807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Training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209029" y="779779"/>
            <a:ext cx="8399145" cy="342011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725"/>
              </a:spcBef>
              <a:buFont typeface="Wingdings"/>
              <a:buChar char=""/>
              <a:tabLst>
                <a:tab pos="393065" algn="l"/>
              </a:tabLst>
            </a:pPr>
            <a:r>
              <a:rPr dirty="0" sz="2400">
                <a:latin typeface="Trebuchet MS"/>
                <a:cs typeface="Trebuchet MS"/>
              </a:rPr>
              <a:t>Task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(Machine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Translation)</a:t>
            </a:r>
            <a:endParaRPr sz="2400">
              <a:latin typeface="Trebuchet MS"/>
              <a:cs typeface="Trebuchet MS"/>
            </a:endParaRPr>
          </a:p>
          <a:p>
            <a:pPr lvl="1" marL="657225" indent="-30226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657225" algn="l"/>
              </a:tabLst>
            </a:pPr>
            <a:r>
              <a:rPr dirty="0" sz="2000">
                <a:latin typeface="Trebuchet MS"/>
                <a:cs typeface="Trebuchet MS"/>
              </a:rPr>
              <a:t>WMT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2014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English-</a:t>
            </a:r>
            <a:r>
              <a:rPr dirty="0" sz="2000">
                <a:latin typeface="Trebuchet MS"/>
                <a:cs typeface="Trebuchet MS"/>
              </a:rPr>
              <a:t>German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dataset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(4.5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million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sentence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pairs)</a:t>
            </a:r>
            <a:endParaRPr sz="2000">
              <a:latin typeface="Trebuchet MS"/>
              <a:cs typeface="Trebuchet MS"/>
            </a:endParaRPr>
          </a:p>
          <a:p>
            <a:pPr lvl="1" marL="657225" indent="-30226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657225" algn="l"/>
              </a:tabLst>
            </a:pPr>
            <a:r>
              <a:rPr dirty="0" sz="2000">
                <a:latin typeface="Trebuchet MS"/>
                <a:cs typeface="Trebuchet MS"/>
              </a:rPr>
              <a:t>WMT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2014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English-</a:t>
            </a:r>
            <a:r>
              <a:rPr dirty="0" sz="2000">
                <a:latin typeface="Trebuchet MS"/>
                <a:cs typeface="Trebuchet MS"/>
              </a:rPr>
              <a:t>French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dataset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(36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million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sentence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pairs)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070"/>
              </a:spcBef>
              <a:buFont typeface="Trebuchet MS"/>
              <a:buAutoNum type="arabicPeriod"/>
            </a:pPr>
            <a:endParaRPr sz="2000">
              <a:latin typeface="Trebuchet MS"/>
              <a:cs typeface="Trebuchet MS"/>
            </a:endParaRPr>
          </a:p>
          <a:p>
            <a:pPr marL="393065" indent="-342265">
              <a:lnSpc>
                <a:spcPct val="100000"/>
              </a:lnSpc>
              <a:buFont typeface="Wingdings"/>
              <a:buChar char=""/>
              <a:tabLst>
                <a:tab pos="393065" algn="l"/>
              </a:tabLst>
            </a:pPr>
            <a:r>
              <a:rPr dirty="0" sz="2400">
                <a:latin typeface="Trebuchet MS"/>
                <a:cs typeface="Trebuchet MS"/>
              </a:rPr>
              <a:t>Training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spec</a:t>
            </a:r>
            <a:endParaRPr sz="2400">
              <a:latin typeface="Trebuchet MS"/>
              <a:cs typeface="Trebuchet MS"/>
            </a:endParaRPr>
          </a:p>
          <a:p>
            <a:pPr marL="793115" indent="-28511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793115" algn="l"/>
              </a:tabLst>
            </a:pPr>
            <a:r>
              <a:rPr dirty="0" sz="2000">
                <a:latin typeface="Trebuchet MS"/>
                <a:cs typeface="Trebuchet MS"/>
              </a:rPr>
              <a:t>Adam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Optimizer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(</a:t>
            </a:r>
            <a:r>
              <a:rPr dirty="0" sz="2000">
                <a:latin typeface="Cambria Math"/>
                <a:cs typeface="Cambria Math"/>
              </a:rPr>
              <a:t>𝛃</a:t>
            </a:r>
            <a:r>
              <a:rPr dirty="0" baseline="-17094" sz="1950">
                <a:latin typeface="Trebuchet MS"/>
                <a:cs typeface="Trebuchet MS"/>
              </a:rPr>
              <a:t>1</a:t>
            </a:r>
            <a:r>
              <a:rPr dirty="0" baseline="-17094" sz="1950" spc="292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0.9,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Cambria Math"/>
                <a:cs typeface="Cambria Math"/>
              </a:rPr>
              <a:t>𝛃</a:t>
            </a:r>
            <a:r>
              <a:rPr dirty="0" baseline="-17094" sz="1950">
                <a:latin typeface="Trebuchet MS"/>
                <a:cs typeface="Trebuchet MS"/>
              </a:rPr>
              <a:t>2</a:t>
            </a:r>
            <a:r>
              <a:rPr dirty="0" baseline="-17094" sz="1950" spc="292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0.97,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Cambria Math"/>
                <a:cs typeface="Cambria Math"/>
              </a:rPr>
              <a:t>𝜺</a:t>
            </a:r>
            <a:r>
              <a:rPr dirty="0" sz="2000" spc="130">
                <a:latin typeface="Cambria Math"/>
                <a:cs typeface="Cambria Math"/>
              </a:rPr>
              <a:t>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10</a:t>
            </a:r>
            <a:r>
              <a:rPr dirty="0" baseline="25641" sz="1950" spc="-15">
                <a:latin typeface="Trebuchet MS"/>
                <a:cs typeface="Trebuchet MS"/>
              </a:rPr>
              <a:t>-</a:t>
            </a:r>
            <a:r>
              <a:rPr dirty="0" baseline="25641" sz="1950" spc="-37">
                <a:latin typeface="Trebuchet MS"/>
                <a:cs typeface="Trebuchet MS"/>
              </a:rPr>
              <a:t>9</a:t>
            </a:r>
            <a:r>
              <a:rPr dirty="0" sz="2000" spc="-25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 marL="793750" marR="43180" indent="-28575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93750" algn="l"/>
              </a:tabLst>
            </a:pPr>
            <a:r>
              <a:rPr dirty="0" sz="2000">
                <a:latin typeface="Trebuchet MS"/>
                <a:cs typeface="Trebuchet MS"/>
              </a:rPr>
              <a:t>Dropout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output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of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each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sub-</a:t>
            </a:r>
            <a:r>
              <a:rPr dirty="0" sz="2000">
                <a:latin typeface="Trebuchet MS"/>
                <a:cs typeface="Trebuchet MS"/>
              </a:rPr>
              <a:t>layer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before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residual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input,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the </a:t>
            </a:r>
            <a:r>
              <a:rPr dirty="0" sz="2000">
                <a:latin typeface="Trebuchet MS"/>
                <a:cs typeface="Trebuchet MS"/>
              </a:rPr>
              <a:t>embeddings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the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positional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encodings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with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</a:t>
            </a:r>
            <a:r>
              <a:rPr dirty="0" baseline="-17094" sz="1950">
                <a:latin typeface="Trebuchet MS"/>
                <a:cs typeface="Trebuchet MS"/>
              </a:rPr>
              <a:t>drop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0.1</a:t>
            </a:r>
            <a:endParaRPr sz="2000">
              <a:latin typeface="Trebuchet MS"/>
              <a:cs typeface="Trebuchet MS"/>
            </a:endParaRPr>
          </a:p>
          <a:p>
            <a:pPr marL="793115" indent="-285115">
              <a:lnSpc>
                <a:spcPct val="100000"/>
              </a:lnSpc>
              <a:spcBef>
                <a:spcPts val="505"/>
              </a:spcBef>
              <a:buChar char="•"/>
              <a:tabLst>
                <a:tab pos="793115" algn="l"/>
              </a:tabLst>
            </a:pPr>
            <a:r>
              <a:rPr dirty="0" sz="2000">
                <a:latin typeface="Trebuchet MS"/>
                <a:cs typeface="Trebuchet MS"/>
              </a:rPr>
              <a:t>(base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model)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12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hours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with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8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NVIDIA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P100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GPUs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Results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4941" y="859027"/>
            <a:ext cx="3110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Machine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Translation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57" y="1476243"/>
            <a:ext cx="8961459" cy="388004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056005" y="4848859"/>
            <a:ext cx="387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504D"/>
                </a:solidFill>
                <a:latin typeface="Trebuchet MS"/>
                <a:cs typeface="Trebuchet MS"/>
              </a:rPr>
              <a:t>1/4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489811" y="4813757"/>
            <a:ext cx="342265" cy="349250"/>
          </a:xfrm>
          <a:custGeom>
            <a:avLst/>
            <a:gdLst/>
            <a:ahLst/>
            <a:cxnLst/>
            <a:rect l="l" t="t" r="r" b="b"/>
            <a:pathLst>
              <a:path w="342265" h="349250">
                <a:moveTo>
                  <a:pt x="268274" y="318416"/>
                </a:moveTo>
                <a:lnTo>
                  <a:pt x="257341" y="349078"/>
                </a:lnTo>
                <a:lnTo>
                  <a:pt x="341910" y="338786"/>
                </a:lnTo>
                <a:lnTo>
                  <a:pt x="325839" y="322032"/>
                </a:lnTo>
                <a:lnTo>
                  <a:pt x="280776" y="322032"/>
                </a:lnTo>
                <a:lnTo>
                  <a:pt x="268274" y="318416"/>
                </a:lnTo>
                <a:close/>
              </a:path>
              <a:path w="342265" h="349250">
                <a:moveTo>
                  <a:pt x="271479" y="309428"/>
                </a:moveTo>
                <a:lnTo>
                  <a:pt x="268274" y="318416"/>
                </a:lnTo>
                <a:lnTo>
                  <a:pt x="280776" y="322032"/>
                </a:lnTo>
                <a:lnTo>
                  <a:pt x="283423" y="312883"/>
                </a:lnTo>
                <a:lnTo>
                  <a:pt x="271479" y="309428"/>
                </a:lnTo>
                <a:close/>
              </a:path>
              <a:path w="342265" h="349250">
                <a:moveTo>
                  <a:pt x="282934" y="277305"/>
                </a:moveTo>
                <a:lnTo>
                  <a:pt x="271601" y="309086"/>
                </a:lnTo>
                <a:lnTo>
                  <a:pt x="271479" y="309428"/>
                </a:lnTo>
                <a:lnTo>
                  <a:pt x="283423" y="312883"/>
                </a:lnTo>
                <a:lnTo>
                  <a:pt x="280776" y="322032"/>
                </a:lnTo>
                <a:lnTo>
                  <a:pt x="325839" y="322032"/>
                </a:lnTo>
                <a:lnTo>
                  <a:pt x="282934" y="277305"/>
                </a:lnTo>
                <a:close/>
              </a:path>
              <a:path w="342265" h="349250">
                <a:moveTo>
                  <a:pt x="9519" y="0"/>
                </a:moveTo>
                <a:lnTo>
                  <a:pt x="0" y="321"/>
                </a:lnTo>
                <a:lnTo>
                  <a:pt x="956" y="28644"/>
                </a:lnTo>
                <a:lnTo>
                  <a:pt x="967" y="28966"/>
                </a:lnTo>
                <a:lnTo>
                  <a:pt x="3714" y="56756"/>
                </a:lnTo>
                <a:lnTo>
                  <a:pt x="3807" y="57697"/>
                </a:lnTo>
                <a:lnTo>
                  <a:pt x="14601" y="113548"/>
                </a:lnTo>
                <a:lnTo>
                  <a:pt x="31386" y="165784"/>
                </a:lnTo>
                <a:lnTo>
                  <a:pt x="53191" y="212652"/>
                </a:lnTo>
                <a:lnTo>
                  <a:pt x="79075" y="252398"/>
                </a:lnTo>
                <a:lnTo>
                  <a:pt x="108151" y="283264"/>
                </a:lnTo>
                <a:lnTo>
                  <a:pt x="156702" y="309086"/>
                </a:lnTo>
                <a:lnTo>
                  <a:pt x="157026" y="309086"/>
                </a:lnTo>
                <a:lnTo>
                  <a:pt x="172808" y="310841"/>
                </a:lnTo>
                <a:lnTo>
                  <a:pt x="204668" y="311603"/>
                </a:lnTo>
                <a:lnTo>
                  <a:pt x="234910" y="313668"/>
                </a:lnTo>
                <a:lnTo>
                  <a:pt x="263179" y="316872"/>
                </a:lnTo>
                <a:lnTo>
                  <a:pt x="262935" y="316872"/>
                </a:lnTo>
                <a:lnTo>
                  <a:pt x="268274" y="318416"/>
                </a:lnTo>
                <a:lnTo>
                  <a:pt x="271479" y="309428"/>
                </a:lnTo>
                <a:lnTo>
                  <a:pt x="265037" y="307564"/>
                </a:lnTo>
                <a:lnTo>
                  <a:pt x="265643" y="307564"/>
                </a:lnTo>
                <a:lnTo>
                  <a:pt x="235558" y="304164"/>
                </a:lnTo>
                <a:lnTo>
                  <a:pt x="204890" y="302080"/>
                </a:lnTo>
                <a:lnTo>
                  <a:pt x="173861" y="301374"/>
                </a:lnTo>
                <a:lnTo>
                  <a:pt x="159940" y="299826"/>
                </a:lnTo>
                <a:lnTo>
                  <a:pt x="159031" y="299826"/>
                </a:lnTo>
                <a:lnTo>
                  <a:pt x="158326" y="299673"/>
                </a:lnTo>
                <a:lnTo>
                  <a:pt x="158562" y="299673"/>
                </a:lnTo>
                <a:lnTo>
                  <a:pt x="144479" y="295071"/>
                </a:lnTo>
                <a:lnTo>
                  <a:pt x="144218" y="295071"/>
                </a:lnTo>
                <a:lnTo>
                  <a:pt x="143371" y="294709"/>
                </a:lnTo>
                <a:lnTo>
                  <a:pt x="143526" y="294709"/>
                </a:lnTo>
                <a:lnTo>
                  <a:pt x="129424" y="287158"/>
                </a:lnTo>
                <a:lnTo>
                  <a:pt x="128989" y="286951"/>
                </a:lnTo>
                <a:lnTo>
                  <a:pt x="128727" y="286785"/>
                </a:lnTo>
                <a:lnTo>
                  <a:pt x="124050" y="283264"/>
                </a:lnTo>
                <a:lnTo>
                  <a:pt x="114721" y="276367"/>
                </a:lnTo>
                <a:lnTo>
                  <a:pt x="86838" y="246880"/>
                </a:lnTo>
                <a:lnTo>
                  <a:pt x="61687" y="208347"/>
                </a:lnTo>
                <a:lnTo>
                  <a:pt x="40361" y="162593"/>
                </a:lnTo>
                <a:lnTo>
                  <a:pt x="23893" y="111453"/>
                </a:lnTo>
                <a:lnTo>
                  <a:pt x="13285" y="56756"/>
                </a:lnTo>
                <a:lnTo>
                  <a:pt x="10519" y="28966"/>
                </a:lnTo>
                <a:lnTo>
                  <a:pt x="10487" y="28644"/>
                </a:lnTo>
                <a:lnTo>
                  <a:pt x="9530" y="321"/>
                </a:lnTo>
                <a:lnTo>
                  <a:pt x="9519" y="0"/>
                </a:lnTo>
                <a:close/>
              </a:path>
              <a:path w="342265" h="349250">
                <a:moveTo>
                  <a:pt x="158562" y="299673"/>
                </a:moveTo>
                <a:lnTo>
                  <a:pt x="158326" y="299673"/>
                </a:lnTo>
                <a:lnTo>
                  <a:pt x="159031" y="299826"/>
                </a:lnTo>
                <a:lnTo>
                  <a:pt x="158562" y="299673"/>
                </a:lnTo>
                <a:close/>
              </a:path>
              <a:path w="342265" h="349250">
                <a:moveTo>
                  <a:pt x="158562" y="299673"/>
                </a:moveTo>
                <a:lnTo>
                  <a:pt x="159031" y="299826"/>
                </a:lnTo>
                <a:lnTo>
                  <a:pt x="159940" y="299826"/>
                </a:lnTo>
                <a:lnTo>
                  <a:pt x="158562" y="299673"/>
                </a:lnTo>
                <a:close/>
              </a:path>
              <a:path w="342265" h="349250">
                <a:moveTo>
                  <a:pt x="143371" y="294709"/>
                </a:moveTo>
                <a:lnTo>
                  <a:pt x="144218" y="295071"/>
                </a:lnTo>
                <a:lnTo>
                  <a:pt x="144479" y="295071"/>
                </a:lnTo>
                <a:lnTo>
                  <a:pt x="143371" y="294709"/>
                </a:lnTo>
                <a:close/>
              </a:path>
              <a:path w="342265" h="349250">
                <a:moveTo>
                  <a:pt x="143526" y="294709"/>
                </a:moveTo>
                <a:lnTo>
                  <a:pt x="143371" y="294709"/>
                </a:lnTo>
                <a:lnTo>
                  <a:pt x="144479" y="295071"/>
                </a:lnTo>
                <a:lnTo>
                  <a:pt x="144202" y="295071"/>
                </a:lnTo>
                <a:lnTo>
                  <a:pt x="143526" y="294709"/>
                </a:lnTo>
                <a:close/>
              </a:path>
            </a:pathLst>
          </a:custGeom>
          <a:solidFill>
            <a:srgbClr val="BE4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Results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044" y="1391608"/>
            <a:ext cx="6837357" cy="539417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4941" y="859027"/>
            <a:ext cx="2635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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Model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Variations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745740"/>
            <a:ext cx="53479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30"/>
              <a:t> </a:t>
            </a:r>
            <a:r>
              <a:rPr dirty="0" sz="3600"/>
              <a:t>you</a:t>
            </a:r>
            <a:r>
              <a:rPr dirty="0" sz="3600" spc="-30"/>
              <a:t> </a:t>
            </a:r>
            <a:r>
              <a:rPr dirty="0" sz="3600"/>
              <a:t>for</a:t>
            </a:r>
            <a:r>
              <a:rPr dirty="0" sz="3600" spc="-35"/>
              <a:t> </a:t>
            </a:r>
            <a:r>
              <a:rPr dirty="0" sz="3600" spc="-10"/>
              <a:t>Attention!</a:t>
            </a:r>
            <a:endParaRPr sz="36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Appendix1:</a:t>
            </a:r>
            <a:r>
              <a:rPr dirty="0" spc="-75"/>
              <a:t> </a:t>
            </a:r>
            <a:r>
              <a:rPr dirty="0" spc="-10"/>
              <a:t>Self-</a:t>
            </a:r>
            <a:r>
              <a:rPr dirty="0"/>
              <a:t>attention</a:t>
            </a:r>
            <a:r>
              <a:rPr dirty="0" spc="-70"/>
              <a:t> </a:t>
            </a:r>
            <a:r>
              <a:rPr dirty="0" spc="-10"/>
              <a:t>visualization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875" y="1144205"/>
            <a:ext cx="6318250" cy="4140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4020" y="5394452"/>
            <a:ext cx="715010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Results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encoder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self-</a:t>
            </a:r>
            <a:r>
              <a:rPr dirty="0" sz="1800">
                <a:latin typeface="Trebuchet MS"/>
                <a:cs typeface="Trebuchet MS"/>
              </a:rPr>
              <a:t>attention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layer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5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6.</a:t>
            </a:r>
            <a:endParaRPr sz="1800">
              <a:latin typeface="Trebuchet MS"/>
              <a:cs typeface="Trebuchet MS"/>
            </a:endParaRPr>
          </a:p>
          <a:p>
            <a:pPr marL="297815" marR="5080" indent="-285750">
              <a:lnSpc>
                <a:spcPct val="102200"/>
              </a:lnSpc>
              <a:buFont typeface="Arial"/>
              <a:buChar char="•"/>
              <a:tabLst>
                <a:tab pos="366395" algn="l"/>
              </a:tabLst>
            </a:pPr>
            <a:r>
              <a:rPr dirty="0" sz="1800">
                <a:latin typeface="Trebuchet MS"/>
                <a:cs typeface="Trebuchet MS"/>
              </a:rPr>
              <a:t>It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seems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like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attending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distant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dependency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verb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’</a:t>
            </a:r>
            <a:r>
              <a:rPr dirty="0" sz="1800" spc="-10">
                <a:latin typeface="Trebuchet MS"/>
                <a:cs typeface="Trebuchet MS"/>
              </a:rPr>
              <a:t>making’, </a:t>
            </a:r>
            <a:r>
              <a:rPr dirty="0" sz="1800" spc="-10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completing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‘making…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more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difficult’.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ts val="209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Different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colors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represent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different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heads.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456215" y="865123"/>
            <a:ext cx="4469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0640" algn="l"/>
              </a:tabLst>
            </a:pPr>
            <a:r>
              <a:rPr dirty="0" sz="1800" spc="-25">
                <a:latin typeface="Trebuchet MS"/>
                <a:cs typeface="Trebuchet MS"/>
              </a:rPr>
              <a:t>Key</a:t>
            </a:r>
            <a:r>
              <a:rPr dirty="0" sz="1800">
                <a:latin typeface="Trebuchet MS"/>
                <a:cs typeface="Trebuchet MS"/>
              </a:rPr>
              <a:t>	</a:t>
            </a:r>
            <a:r>
              <a:rPr dirty="0" sz="1800" spc="-10">
                <a:latin typeface="Trebuchet MS"/>
                <a:cs typeface="Trebuchet MS"/>
              </a:rPr>
              <a:t>Query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3274" y="885283"/>
            <a:ext cx="2216695" cy="445315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2992" y="915749"/>
            <a:ext cx="2197592" cy="441760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Appendix1:</a:t>
            </a:r>
            <a:r>
              <a:rPr dirty="0" spc="-75"/>
              <a:t> </a:t>
            </a:r>
            <a:r>
              <a:rPr dirty="0" spc="-10"/>
              <a:t>Self-</a:t>
            </a:r>
            <a:r>
              <a:rPr dirty="0"/>
              <a:t>attention</a:t>
            </a:r>
            <a:r>
              <a:rPr dirty="0" spc="-70"/>
              <a:t> </a:t>
            </a:r>
            <a:r>
              <a:rPr dirty="0" spc="-10"/>
              <a:t>visualization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484020" y="5592571"/>
            <a:ext cx="578612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Results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encoder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self-</a:t>
            </a:r>
            <a:r>
              <a:rPr dirty="0" sz="1800">
                <a:latin typeface="Trebuchet MS"/>
                <a:cs typeface="Trebuchet MS"/>
              </a:rPr>
              <a:t>attention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layer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5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6.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heads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clearly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learned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perform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different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2025-05-15T06:48:32Z</dcterms:created>
  <dcterms:modified xsi:type="dcterms:W3CDTF">2025-05-15T06:48:32Z</dcterms:modified>
</cp:coreProperties>
</file>